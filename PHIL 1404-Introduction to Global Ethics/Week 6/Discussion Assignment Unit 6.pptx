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dfrey Ouma" userId="a0cb1f3db254003a" providerId="LiveId" clId="{9366D3B2-4E1C-45AC-9F80-D4FF247471D3}"/>
    <pc:docChg chg="undo custSel addSld modSld">
      <pc:chgData name="Godfrey Ouma" userId="a0cb1f3db254003a" providerId="LiveId" clId="{9366D3B2-4E1C-45AC-9F80-D4FF247471D3}" dt="2024-12-24T09:59:21.613" v="284" actId="21"/>
      <pc:docMkLst>
        <pc:docMk/>
      </pc:docMkLst>
      <pc:sldChg chg="addSp modSp mod">
        <pc:chgData name="Godfrey Ouma" userId="a0cb1f3db254003a" providerId="LiveId" clId="{9366D3B2-4E1C-45AC-9F80-D4FF247471D3}" dt="2024-12-24T08:48:36.744" v="254" actId="113"/>
        <pc:sldMkLst>
          <pc:docMk/>
          <pc:sldMk cId="1226528388" sldId="256"/>
        </pc:sldMkLst>
        <pc:spChg chg="mod">
          <ac:chgData name="Godfrey Ouma" userId="a0cb1f3db254003a" providerId="LiveId" clId="{9366D3B2-4E1C-45AC-9F80-D4FF247471D3}" dt="2024-12-24T08:48:36.744" v="254" actId="113"/>
          <ac:spMkLst>
            <pc:docMk/>
            <pc:sldMk cId="1226528388" sldId="256"/>
            <ac:spMk id="2" creationId="{7D73E9E2-A5E1-CBED-B8AC-4D7577560E5A}"/>
          </ac:spMkLst>
        </pc:spChg>
        <pc:spChg chg="mod">
          <ac:chgData name="Godfrey Ouma" userId="a0cb1f3db254003a" providerId="LiveId" clId="{9366D3B2-4E1C-45AC-9F80-D4FF247471D3}" dt="2024-12-23T14:22:33.328" v="8" actId="14100"/>
          <ac:spMkLst>
            <pc:docMk/>
            <pc:sldMk cId="1226528388" sldId="256"/>
            <ac:spMk id="3" creationId="{2700BFD9-74BC-AE20-D8A8-5ED0CA25CD1E}"/>
          </ac:spMkLst>
        </pc:spChg>
        <pc:picChg chg="add mod">
          <ac:chgData name="Godfrey Ouma" userId="a0cb1f3db254003a" providerId="LiveId" clId="{9366D3B2-4E1C-45AC-9F80-D4FF247471D3}" dt="2024-12-23T14:22:36.171" v="9" actId="14100"/>
          <ac:picMkLst>
            <pc:docMk/>
            <pc:sldMk cId="1226528388" sldId="256"/>
            <ac:picMk id="5" creationId="{8308F941-BA84-08AE-3F4C-8BF9BF05826A}"/>
          </ac:picMkLst>
        </pc:picChg>
      </pc:sldChg>
      <pc:sldChg chg="addSp modSp new mod">
        <pc:chgData name="Godfrey Ouma" userId="a0cb1f3db254003a" providerId="LiveId" clId="{9366D3B2-4E1C-45AC-9F80-D4FF247471D3}" dt="2024-12-24T06:28:16.752" v="70" actId="1076"/>
        <pc:sldMkLst>
          <pc:docMk/>
          <pc:sldMk cId="2512635280" sldId="257"/>
        </pc:sldMkLst>
        <pc:spChg chg="mod">
          <ac:chgData name="Godfrey Ouma" userId="a0cb1f3db254003a" providerId="LiveId" clId="{9366D3B2-4E1C-45AC-9F80-D4FF247471D3}" dt="2024-12-24T06:25:20.634" v="43" actId="14100"/>
          <ac:spMkLst>
            <pc:docMk/>
            <pc:sldMk cId="2512635280" sldId="257"/>
            <ac:spMk id="2" creationId="{9D9EF8EC-6953-96AE-77FC-EA45124813C6}"/>
          </ac:spMkLst>
        </pc:spChg>
        <pc:spChg chg="mod">
          <ac:chgData name="Godfrey Ouma" userId="a0cb1f3db254003a" providerId="LiveId" clId="{9366D3B2-4E1C-45AC-9F80-D4FF247471D3}" dt="2024-12-24T06:26:57.685" v="59" actId="27636"/>
          <ac:spMkLst>
            <pc:docMk/>
            <pc:sldMk cId="2512635280" sldId="257"/>
            <ac:spMk id="3" creationId="{E6F32210-1B6A-58A5-7A6A-E8CF49E5AB5F}"/>
          </ac:spMkLst>
        </pc:spChg>
        <pc:spChg chg="add mod">
          <ac:chgData name="Godfrey Ouma" userId="a0cb1f3db254003a" providerId="LiveId" clId="{9366D3B2-4E1C-45AC-9F80-D4FF247471D3}" dt="2024-12-24T06:28:16.752" v="70" actId="1076"/>
          <ac:spMkLst>
            <pc:docMk/>
            <pc:sldMk cId="2512635280" sldId="257"/>
            <ac:spMk id="7" creationId="{3849F3BD-0DB1-C043-E8DE-99FEB6618D6E}"/>
          </ac:spMkLst>
        </pc:spChg>
        <pc:picChg chg="add mod">
          <ac:chgData name="Godfrey Ouma" userId="a0cb1f3db254003a" providerId="LiveId" clId="{9366D3B2-4E1C-45AC-9F80-D4FF247471D3}" dt="2024-12-24T06:26:55.080" v="57" actId="14100"/>
          <ac:picMkLst>
            <pc:docMk/>
            <pc:sldMk cId="2512635280" sldId="257"/>
            <ac:picMk id="5" creationId="{59E295E2-2FEE-5D41-42AF-66F8F6311B39}"/>
          </ac:picMkLst>
        </pc:picChg>
      </pc:sldChg>
      <pc:sldChg chg="addSp delSp modSp new mod">
        <pc:chgData name="Godfrey Ouma" userId="a0cb1f3db254003a" providerId="LiveId" clId="{9366D3B2-4E1C-45AC-9F80-D4FF247471D3}" dt="2024-12-24T07:17:30.874" v="84" actId="14100"/>
        <pc:sldMkLst>
          <pc:docMk/>
          <pc:sldMk cId="2248306732" sldId="258"/>
        </pc:sldMkLst>
        <pc:spChg chg="mod">
          <ac:chgData name="Godfrey Ouma" userId="a0cb1f3db254003a" providerId="LiveId" clId="{9366D3B2-4E1C-45AC-9F80-D4FF247471D3}" dt="2024-12-24T07:11:21.490" v="74" actId="14100"/>
          <ac:spMkLst>
            <pc:docMk/>
            <pc:sldMk cId="2248306732" sldId="258"/>
            <ac:spMk id="2" creationId="{25BBA528-AB6B-3168-1003-0C223E98B8B8}"/>
          </ac:spMkLst>
        </pc:spChg>
        <pc:spChg chg="del">
          <ac:chgData name="Godfrey Ouma" userId="a0cb1f3db254003a" providerId="LiveId" clId="{9366D3B2-4E1C-45AC-9F80-D4FF247471D3}" dt="2024-12-24T07:16:06.361" v="75" actId="1032"/>
          <ac:spMkLst>
            <pc:docMk/>
            <pc:sldMk cId="2248306732" sldId="258"/>
            <ac:spMk id="3" creationId="{32A21A1A-541D-7A00-8F3A-DA7CA132E604}"/>
          </ac:spMkLst>
        </pc:spChg>
        <pc:graphicFrameChg chg="add mod modGraphic">
          <ac:chgData name="Godfrey Ouma" userId="a0cb1f3db254003a" providerId="LiveId" clId="{9366D3B2-4E1C-45AC-9F80-D4FF247471D3}" dt="2024-12-24T07:17:30.874" v="84" actId="14100"/>
          <ac:graphicFrameMkLst>
            <pc:docMk/>
            <pc:sldMk cId="2248306732" sldId="258"/>
            <ac:graphicFrameMk id="4" creationId="{A21DAF2A-EE46-555C-C761-BA6C6342F609}"/>
          </ac:graphicFrameMkLst>
        </pc:graphicFrameChg>
      </pc:sldChg>
      <pc:sldChg chg="addSp modSp new mod">
        <pc:chgData name="Godfrey Ouma" userId="a0cb1f3db254003a" providerId="LiveId" clId="{9366D3B2-4E1C-45AC-9F80-D4FF247471D3}" dt="2024-12-24T07:56:34.009" v="100" actId="14100"/>
        <pc:sldMkLst>
          <pc:docMk/>
          <pc:sldMk cId="1362790541" sldId="259"/>
        </pc:sldMkLst>
        <pc:spChg chg="mod">
          <ac:chgData name="Godfrey Ouma" userId="a0cb1f3db254003a" providerId="LiveId" clId="{9366D3B2-4E1C-45AC-9F80-D4FF247471D3}" dt="2024-12-24T07:56:06.946" v="95" actId="14100"/>
          <ac:spMkLst>
            <pc:docMk/>
            <pc:sldMk cId="1362790541" sldId="259"/>
            <ac:spMk id="2" creationId="{FF9347A3-2F41-933B-9276-36016B9EF48F}"/>
          </ac:spMkLst>
        </pc:spChg>
        <pc:spChg chg="mod">
          <ac:chgData name="Godfrey Ouma" userId="a0cb1f3db254003a" providerId="LiveId" clId="{9366D3B2-4E1C-45AC-9F80-D4FF247471D3}" dt="2024-12-24T07:56:28.984" v="99" actId="27636"/>
          <ac:spMkLst>
            <pc:docMk/>
            <pc:sldMk cId="1362790541" sldId="259"/>
            <ac:spMk id="3" creationId="{0E6142CF-2C5B-7D6C-DE43-6B8EE5C25211}"/>
          </ac:spMkLst>
        </pc:spChg>
        <pc:picChg chg="add mod">
          <ac:chgData name="Godfrey Ouma" userId="a0cb1f3db254003a" providerId="LiveId" clId="{9366D3B2-4E1C-45AC-9F80-D4FF247471D3}" dt="2024-12-24T07:56:34.009" v="100" actId="14100"/>
          <ac:picMkLst>
            <pc:docMk/>
            <pc:sldMk cId="1362790541" sldId="259"/>
            <ac:picMk id="5" creationId="{17632226-8379-885B-DD71-57D6A527A0E5}"/>
          </ac:picMkLst>
        </pc:picChg>
      </pc:sldChg>
      <pc:sldChg chg="addSp modSp new mod">
        <pc:chgData name="Godfrey Ouma" userId="a0cb1f3db254003a" providerId="LiveId" clId="{9366D3B2-4E1C-45AC-9F80-D4FF247471D3}" dt="2024-12-24T07:58:48.206" v="114" actId="27636"/>
        <pc:sldMkLst>
          <pc:docMk/>
          <pc:sldMk cId="1494512205" sldId="260"/>
        </pc:sldMkLst>
        <pc:spChg chg="mod">
          <ac:chgData name="Godfrey Ouma" userId="a0cb1f3db254003a" providerId="LiveId" clId="{9366D3B2-4E1C-45AC-9F80-D4FF247471D3}" dt="2024-12-24T07:57:13.900" v="104" actId="14100"/>
          <ac:spMkLst>
            <pc:docMk/>
            <pc:sldMk cId="1494512205" sldId="260"/>
            <ac:spMk id="2" creationId="{4B5CFC17-5587-94A2-D368-08CDCE9C0193}"/>
          </ac:spMkLst>
        </pc:spChg>
        <pc:spChg chg="mod">
          <ac:chgData name="Godfrey Ouma" userId="a0cb1f3db254003a" providerId="LiveId" clId="{9366D3B2-4E1C-45AC-9F80-D4FF247471D3}" dt="2024-12-24T07:58:48.206" v="114" actId="27636"/>
          <ac:spMkLst>
            <pc:docMk/>
            <pc:sldMk cId="1494512205" sldId="260"/>
            <ac:spMk id="3" creationId="{64AAE6F7-77C3-9CAC-EBD0-2B869EFD87E4}"/>
          </ac:spMkLst>
        </pc:spChg>
        <pc:picChg chg="add mod">
          <ac:chgData name="Godfrey Ouma" userId="a0cb1f3db254003a" providerId="LiveId" clId="{9366D3B2-4E1C-45AC-9F80-D4FF247471D3}" dt="2024-12-24T07:58:42.106" v="112" actId="1076"/>
          <ac:picMkLst>
            <pc:docMk/>
            <pc:sldMk cId="1494512205" sldId="260"/>
            <ac:picMk id="5" creationId="{53068E2F-0EB7-4DED-4E96-B23DAFEA0827}"/>
          </ac:picMkLst>
        </pc:picChg>
      </pc:sldChg>
      <pc:sldChg chg="modSp new mod">
        <pc:chgData name="Godfrey Ouma" userId="a0cb1f3db254003a" providerId="LiveId" clId="{9366D3B2-4E1C-45AC-9F80-D4FF247471D3}" dt="2024-12-24T08:44:35.819" v="224" actId="20577"/>
        <pc:sldMkLst>
          <pc:docMk/>
          <pc:sldMk cId="1539626531" sldId="261"/>
        </pc:sldMkLst>
        <pc:spChg chg="mod">
          <ac:chgData name="Godfrey Ouma" userId="a0cb1f3db254003a" providerId="LiveId" clId="{9366D3B2-4E1C-45AC-9F80-D4FF247471D3}" dt="2024-12-24T08:44:35.819" v="224" actId="20577"/>
          <ac:spMkLst>
            <pc:docMk/>
            <pc:sldMk cId="1539626531" sldId="261"/>
            <ac:spMk id="2" creationId="{0E0FC1E4-51B1-4392-36E3-23ECC499E0CD}"/>
          </ac:spMkLst>
        </pc:spChg>
        <pc:spChg chg="mod">
          <ac:chgData name="Godfrey Ouma" userId="a0cb1f3db254003a" providerId="LiveId" clId="{9366D3B2-4E1C-45AC-9F80-D4FF247471D3}" dt="2024-12-24T07:59:45.067" v="119" actId="20577"/>
          <ac:spMkLst>
            <pc:docMk/>
            <pc:sldMk cId="1539626531" sldId="261"/>
            <ac:spMk id="3" creationId="{C9DB4BCE-A9FB-9451-6848-559B6706930F}"/>
          </ac:spMkLst>
        </pc:spChg>
      </pc:sldChg>
      <pc:sldChg chg="modSp add mod">
        <pc:chgData name="Godfrey Ouma" userId="a0cb1f3db254003a" providerId="LiveId" clId="{9366D3B2-4E1C-45AC-9F80-D4FF247471D3}" dt="2024-12-24T09:59:21.613" v="284" actId="21"/>
        <pc:sldMkLst>
          <pc:docMk/>
          <pc:sldMk cId="3650637341" sldId="262"/>
        </pc:sldMkLst>
        <pc:spChg chg="mod">
          <ac:chgData name="Godfrey Ouma" userId="a0cb1f3db254003a" providerId="LiveId" clId="{9366D3B2-4E1C-45AC-9F80-D4FF247471D3}" dt="2024-12-24T08:44:46.107" v="227" actId="6549"/>
          <ac:spMkLst>
            <pc:docMk/>
            <pc:sldMk cId="3650637341" sldId="262"/>
            <ac:spMk id="2" creationId="{EB6FD6AD-6607-3237-89AF-B83D7D07E437}"/>
          </ac:spMkLst>
        </pc:spChg>
        <pc:spChg chg="mod">
          <ac:chgData name="Godfrey Ouma" userId="a0cb1f3db254003a" providerId="LiveId" clId="{9366D3B2-4E1C-45AC-9F80-D4FF247471D3}" dt="2024-12-24T09:59:21.613" v="284" actId="21"/>
          <ac:spMkLst>
            <pc:docMk/>
            <pc:sldMk cId="3650637341" sldId="262"/>
            <ac:spMk id="3" creationId="{6CC58C81-5C8C-4340-C6AE-8C051D1BA72A}"/>
          </ac:spMkLst>
        </pc:spChg>
      </pc:sldChg>
      <pc:sldChg chg="modSp add mod">
        <pc:chgData name="Godfrey Ouma" userId="a0cb1f3db254003a" providerId="LiveId" clId="{9366D3B2-4E1C-45AC-9F80-D4FF247471D3}" dt="2024-12-24T08:44:51.614" v="230" actId="6549"/>
        <pc:sldMkLst>
          <pc:docMk/>
          <pc:sldMk cId="1787981803" sldId="263"/>
        </pc:sldMkLst>
        <pc:spChg chg="mod">
          <ac:chgData name="Godfrey Ouma" userId="a0cb1f3db254003a" providerId="LiveId" clId="{9366D3B2-4E1C-45AC-9F80-D4FF247471D3}" dt="2024-12-24T08:44:51.614" v="230" actId="6549"/>
          <ac:spMkLst>
            <pc:docMk/>
            <pc:sldMk cId="1787981803" sldId="263"/>
            <ac:spMk id="2" creationId="{5F80928C-D025-EBE6-479B-4AFBCF1288D5}"/>
          </ac:spMkLst>
        </pc:spChg>
        <pc:spChg chg="mod">
          <ac:chgData name="Godfrey Ouma" userId="a0cb1f3db254003a" providerId="LiveId" clId="{9366D3B2-4E1C-45AC-9F80-D4FF247471D3}" dt="2024-12-24T08:02:23.594" v="161" actId="27636"/>
          <ac:spMkLst>
            <pc:docMk/>
            <pc:sldMk cId="1787981803" sldId="263"/>
            <ac:spMk id="3" creationId="{FDC03D5C-1EC5-07A8-BBE5-C2B7BD553DD8}"/>
          </ac:spMkLst>
        </pc:spChg>
      </pc:sldChg>
      <pc:sldChg chg="modSp new mod">
        <pc:chgData name="Godfrey Ouma" userId="a0cb1f3db254003a" providerId="LiveId" clId="{9366D3B2-4E1C-45AC-9F80-D4FF247471D3}" dt="2024-12-24T08:44:06.717" v="206" actId="14100"/>
        <pc:sldMkLst>
          <pc:docMk/>
          <pc:sldMk cId="1334551306" sldId="264"/>
        </pc:sldMkLst>
        <pc:spChg chg="mod">
          <ac:chgData name="Godfrey Ouma" userId="a0cb1f3db254003a" providerId="LiveId" clId="{9366D3B2-4E1C-45AC-9F80-D4FF247471D3}" dt="2024-12-24T08:44:04.266" v="205" actId="14100"/>
          <ac:spMkLst>
            <pc:docMk/>
            <pc:sldMk cId="1334551306" sldId="264"/>
            <ac:spMk id="2" creationId="{348175E1-9A5A-C9D6-7153-D1AE6BA15066}"/>
          </ac:spMkLst>
        </pc:spChg>
        <pc:spChg chg="mod">
          <ac:chgData name="Godfrey Ouma" userId="a0cb1f3db254003a" providerId="LiveId" clId="{9366D3B2-4E1C-45AC-9F80-D4FF247471D3}" dt="2024-12-24T08:44:06.717" v="206" actId="14100"/>
          <ac:spMkLst>
            <pc:docMk/>
            <pc:sldMk cId="1334551306" sldId="264"/>
            <ac:spMk id="3" creationId="{8D4EADAE-04E7-9849-768E-D13F30CDBCFC}"/>
          </ac:spMkLst>
        </pc:spChg>
      </pc:sldChg>
      <pc:sldChg chg="addSp delSp modSp new mod">
        <pc:chgData name="Godfrey Ouma" userId="a0cb1f3db254003a" providerId="LiveId" clId="{9366D3B2-4E1C-45AC-9F80-D4FF247471D3}" dt="2024-12-24T08:48:25.962" v="253" actId="14100"/>
        <pc:sldMkLst>
          <pc:docMk/>
          <pc:sldMk cId="3540207483" sldId="265"/>
        </pc:sldMkLst>
        <pc:spChg chg="del mod">
          <ac:chgData name="Godfrey Ouma" userId="a0cb1f3db254003a" providerId="LiveId" clId="{9366D3B2-4E1C-45AC-9F80-D4FF247471D3}" dt="2024-12-24T08:48:10.440" v="248" actId="478"/>
          <ac:spMkLst>
            <pc:docMk/>
            <pc:sldMk cId="3540207483" sldId="265"/>
            <ac:spMk id="2" creationId="{A3D479C0-7712-BA12-41A4-A9D3A18E00AB}"/>
          </ac:spMkLst>
        </pc:spChg>
        <pc:spChg chg="add del mod">
          <ac:chgData name="Godfrey Ouma" userId="a0cb1f3db254003a" providerId="LiveId" clId="{9366D3B2-4E1C-45AC-9F80-D4FF247471D3}" dt="2024-12-24T08:47:51.470" v="238" actId="478"/>
          <ac:spMkLst>
            <pc:docMk/>
            <pc:sldMk cId="3540207483" sldId="265"/>
            <ac:spMk id="3" creationId="{65D9F36B-9A11-6A7C-0F7C-BF93BA961814}"/>
          </ac:spMkLst>
        </pc:spChg>
        <pc:picChg chg="add mod">
          <ac:chgData name="Godfrey Ouma" userId="a0cb1f3db254003a" providerId="LiveId" clId="{9366D3B2-4E1C-45AC-9F80-D4FF247471D3}" dt="2024-12-24T08:47:27.784" v="233"/>
          <ac:picMkLst>
            <pc:docMk/>
            <pc:sldMk cId="3540207483" sldId="265"/>
            <ac:picMk id="1026" creationId="{F2784225-E1F0-E8DC-1B71-C524660E211B}"/>
          </ac:picMkLst>
        </pc:picChg>
        <pc:picChg chg="add mod">
          <ac:chgData name="Godfrey Ouma" userId="a0cb1f3db254003a" providerId="LiveId" clId="{9366D3B2-4E1C-45AC-9F80-D4FF247471D3}" dt="2024-12-24T08:47:44.261" v="235"/>
          <ac:picMkLst>
            <pc:docMk/>
            <pc:sldMk cId="3540207483" sldId="265"/>
            <ac:picMk id="1028" creationId="{270D46F5-2173-8EBD-2F9F-CB69EE2B4645}"/>
          </ac:picMkLst>
        </pc:picChg>
        <pc:picChg chg="add mod">
          <ac:chgData name="Godfrey Ouma" userId="a0cb1f3db254003a" providerId="LiveId" clId="{9366D3B2-4E1C-45AC-9F80-D4FF247471D3}" dt="2024-12-24T08:48:25.962" v="253" actId="14100"/>
          <ac:picMkLst>
            <pc:docMk/>
            <pc:sldMk cId="3540207483" sldId="265"/>
            <ac:picMk id="1030" creationId="{9613906C-6D69-9B07-AD85-307EA8B02BAC}"/>
          </ac:picMkLst>
        </pc:picChg>
      </pc:sldChg>
      <pc:sldChg chg="modSp new mod">
        <pc:chgData name="Godfrey Ouma" userId="a0cb1f3db254003a" providerId="LiveId" clId="{9366D3B2-4E1C-45AC-9F80-D4FF247471D3}" dt="2024-12-24T08:50:28.155" v="282" actId="114"/>
        <pc:sldMkLst>
          <pc:docMk/>
          <pc:sldMk cId="1145854281" sldId="266"/>
        </pc:sldMkLst>
        <pc:spChg chg="mod">
          <ac:chgData name="Godfrey Ouma" userId="a0cb1f3db254003a" providerId="LiveId" clId="{9366D3B2-4E1C-45AC-9F80-D4FF247471D3}" dt="2024-12-24T08:49:47.427" v="276" actId="14100"/>
          <ac:spMkLst>
            <pc:docMk/>
            <pc:sldMk cId="1145854281" sldId="266"/>
            <ac:spMk id="2" creationId="{CB94811A-E46E-9F17-A882-87858B746C31}"/>
          </ac:spMkLst>
        </pc:spChg>
        <pc:spChg chg="mod">
          <ac:chgData name="Godfrey Ouma" userId="a0cb1f3db254003a" providerId="LiveId" clId="{9366D3B2-4E1C-45AC-9F80-D4FF247471D3}" dt="2024-12-24T08:50:28.155" v="282" actId="114"/>
          <ac:spMkLst>
            <pc:docMk/>
            <pc:sldMk cId="1145854281" sldId="266"/>
            <ac:spMk id="3" creationId="{C24B4742-BE1D-2770-485A-E765863F02E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4E1727-F17F-41E0-AF78-095EFF041F09}" type="doc">
      <dgm:prSet loTypeId="urn:microsoft.com/office/officeart/2008/layout/VerticalCurvedList" loCatId="list" qsTypeId="urn:microsoft.com/office/officeart/2005/8/quickstyle/3d3" qsCatId="3D" csTypeId="urn:microsoft.com/office/officeart/2005/8/colors/colorful4" csCatId="colorful" phldr="1"/>
      <dgm:spPr/>
      <dgm:t>
        <a:bodyPr/>
        <a:lstStyle/>
        <a:p>
          <a:endParaRPr lang="en-KE"/>
        </a:p>
      </dgm:t>
    </dgm:pt>
    <dgm:pt modelId="{0A90A95D-B023-45CF-8E6F-10A38D3BF9E2}">
      <dgm:prSet phldrT="[Text]"/>
      <dgm:spPr/>
      <dgm:t>
        <a:bodyPr/>
        <a:lstStyle/>
        <a:p>
          <a:r>
            <a:rPr lang="en-US" dirty="0"/>
            <a:t>The first formulation of the categorical imperative states that we should act only on maxims that we can will as universal laws. </a:t>
          </a:r>
          <a:endParaRPr lang="en-KE" dirty="0"/>
        </a:p>
      </dgm:t>
    </dgm:pt>
    <dgm:pt modelId="{548705AD-F737-4779-934E-FAA6117DDF8A}" type="parTrans" cxnId="{04C7C246-A3F9-4BF7-92CE-12FAD7CCA010}">
      <dgm:prSet/>
      <dgm:spPr/>
      <dgm:t>
        <a:bodyPr/>
        <a:lstStyle/>
        <a:p>
          <a:endParaRPr lang="en-KE"/>
        </a:p>
      </dgm:t>
    </dgm:pt>
    <dgm:pt modelId="{D3C434DC-F6A4-4CD2-8A9F-9B3012802BB5}" type="sibTrans" cxnId="{04C7C246-A3F9-4BF7-92CE-12FAD7CCA010}">
      <dgm:prSet/>
      <dgm:spPr/>
      <dgm:t>
        <a:bodyPr/>
        <a:lstStyle/>
        <a:p>
          <a:endParaRPr lang="en-KE"/>
        </a:p>
      </dgm:t>
    </dgm:pt>
    <dgm:pt modelId="{F5EAAACA-4705-43A2-BAD7-BBE827922E94}">
      <dgm:prSet phldrT="[Text]"/>
      <dgm:spPr/>
      <dgm:t>
        <a:bodyPr/>
        <a:lstStyle/>
        <a:p>
          <a:r>
            <a:rPr lang="en-US" dirty="0"/>
            <a:t>The second formulation emphasizes treating individuals as ends rather than means. </a:t>
          </a:r>
          <a:endParaRPr lang="en-KE" dirty="0"/>
        </a:p>
      </dgm:t>
    </dgm:pt>
    <dgm:pt modelId="{72925924-D026-4172-8ABE-9D4960077633}" type="parTrans" cxnId="{71E661CA-B23A-42B7-AFB3-C7FBC1A8F1D1}">
      <dgm:prSet/>
      <dgm:spPr/>
      <dgm:t>
        <a:bodyPr/>
        <a:lstStyle/>
        <a:p>
          <a:endParaRPr lang="en-KE"/>
        </a:p>
      </dgm:t>
    </dgm:pt>
    <dgm:pt modelId="{D6AADDAF-B58C-43CD-952F-31BF3223220A}" type="sibTrans" cxnId="{71E661CA-B23A-42B7-AFB3-C7FBC1A8F1D1}">
      <dgm:prSet/>
      <dgm:spPr/>
      <dgm:t>
        <a:bodyPr/>
        <a:lstStyle/>
        <a:p>
          <a:endParaRPr lang="en-KE"/>
        </a:p>
      </dgm:t>
    </dgm:pt>
    <dgm:pt modelId="{EFFF34D4-0A3B-426A-B24D-C0D9DB01B22F}">
      <dgm:prSet phldrT="[Text]"/>
      <dgm:spPr/>
      <dgm:t>
        <a:bodyPr/>
        <a:lstStyle/>
        <a:p>
          <a:r>
            <a:rPr lang="en-US" dirty="0"/>
            <a:t>The third formulation envisions a world where everyone follows the categorical imperative (</a:t>
          </a:r>
          <a:r>
            <a:rPr lang="en-KE" dirty="0"/>
            <a:t>Matthews &amp; Hendricks, 2019)</a:t>
          </a:r>
          <a:r>
            <a:rPr lang="en-US" dirty="0"/>
            <a:t>.</a:t>
          </a:r>
          <a:endParaRPr lang="en-KE" dirty="0"/>
        </a:p>
      </dgm:t>
    </dgm:pt>
    <dgm:pt modelId="{30DED31A-83A2-491B-B0AA-C63BF37D6361}" type="parTrans" cxnId="{8E480305-DE95-4133-AF05-9050CEB206B1}">
      <dgm:prSet/>
      <dgm:spPr/>
      <dgm:t>
        <a:bodyPr/>
        <a:lstStyle/>
        <a:p>
          <a:endParaRPr lang="en-KE"/>
        </a:p>
      </dgm:t>
    </dgm:pt>
    <dgm:pt modelId="{30642AF5-BBD8-4DC1-910B-5121587680EE}" type="sibTrans" cxnId="{8E480305-DE95-4133-AF05-9050CEB206B1}">
      <dgm:prSet/>
      <dgm:spPr/>
      <dgm:t>
        <a:bodyPr/>
        <a:lstStyle/>
        <a:p>
          <a:endParaRPr lang="en-KE"/>
        </a:p>
      </dgm:t>
    </dgm:pt>
    <dgm:pt modelId="{7C827E00-435B-4445-AEA9-F39567EE21C5}" type="pres">
      <dgm:prSet presAssocID="{744E1727-F17F-41E0-AF78-095EFF041F09}" presName="Name0" presStyleCnt="0">
        <dgm:presLayoutVars>
          <dgm:chMax val="7"/>
          <dgm:chPref val="7"/>
          <dgm:dir/>
        </dgm:presLayoutVars>
      </dgm:prSet>
      <dgm:spPr/>
    </dgm:pt>
    <dgm:pt modelId="{11246589-1901-4E9D-9581-DF4983ADD23C}" type="pres">
      <dgm:prSet presAssocID="{744E1727-F17F-41E0-AF78-095EFF041F09}" presName="Name1" presStyleCnt="0"/>
      <dgm:spPr/>
    </dgm:pt>
    <dgm:pt modelId="{C9D1C4A6-C2E2-40A1-ADA1-A0B71950079A}" type="pres">
      <dgm:prSet presAssocID="{744E1727-F17F-41E0-AF78-095EFF041F09}" presName="cycle" presStyleCnt="0"/>
      <dgm:spPr/>
    </dgm:pt>
    <dgm:pt modelId="{8C71FAC0-EB30-4B77-988A-771169F143D4}" type="pres">
      <dgm:prSet presAssocID="{744E1727-F17F-41E0-AF78-095EFF041F09}" presName="srcNode" presStyleLbl="node1" presStyleIdx="0" presStyleCnt="3"/>
      <dgm:spPr/>
    </dgm:pt>
    <dgm:pt modelId="{C990A239-75C6-472B-A6C0-0DB812BEB399}" type="pres">
      <dgm:prSet presAssocID="{744E1727-F17F-41E0-AF78-095EFF041F09}" presName="conn" presStyleLbl="parChTrans1D2" presStyleIdx="0" presStyleCnt="1"/>
      <dgm:spPr/>
    </dgm:pt>
    <dgm:pt modelId="{947072C5-3F57-40A7-AF1A-0D672469C08F}" type="pres">
      <dgm:prSet presAssocID="{744E1727-F17F-41E0-AF78-095EFF041F09}" presName="extraNode" presStyleLbl="node1" presStyleIdx="0" presStyleCnt="3"/>
      <dgm:spPr/>
    </dgm:pt>
    <dgm:pt modelId="{962BABA7-057E-4BDF-B5CD-2C0BA0102541}" type="pres">
      <dgm:prSet presAssocID="{744E1727-F17F-41E0-AF78-095EFF041F09}" presName="dstNode" presStyleLbl="node1" presStyleIdx="0" presStyleCnt="3"/>
      <dgm:spPr/>
    </dgm:pt>
    <dgm:pt modelId="{4CDA402D-9E8B-43D2-A7DB-A24063599715}" type="pres">
      <dgm:prSet presAssocID="{0A90A95D-B023-45CF-8E6F-10A38D3BF9E2}" presName="text_1" presStyleLbl="node1" presStyleIdx="0" presStyleCnt="3">
        <dgm:presLayoutVars>
          <dgm:bulletEnabled val="1"/>
        </dgm:presLayoutVars>
      </dgm:prSet>
      <dgm:spPr/>
    </dgm:pt>
    <dgm:pt modelId="{A4AF0B52-38F4-47D8-AA90-EA7AC55E5204}" type="pres">
      <dgm:prSet presAssocID="{0A90A95D-B023-45CF-8E6F-10A38D3BF9E2}" presName="accent_1" presStyleCnt="0"/>
      <dgm:spPr/>
    </dgm:pt>
    <dgm:pt modelId="{62218919-E6AC-404C-97C3-0958BC8676B7}" type="pres">
      <dgm:prSet presAssocID="{0A90A95D-B023-45CF-8E6F-10A38D3BF9E2}" presName="accentRepeatNode" presStyleLbl="solidFgAcc1" presStyleIdx="0" presStyleCnt="3"/>
      <dgm:spPr/>
    </dgm:pt>
    <dgm:pt modelId="{0B5E5887-13D2-4513-8A25-BFC0712468B7}" type="pres">
      <dgm:prSet presAssocID="{F5EAAACA-4705-43A2-BAD7-BBE827922E94}" presName="text_2" presStyleLbl="node1" presStyleIdx="1" presStyleCnt="3">
        <dgm:presLayoutVars>
          <dgm:bulletEnabled val="1"/>
        </dgm:presLayoutVars>
      </dgm:prSet>
      <dgm:spPr/>
    </dgm:pt>
    <dgm:pt modelId="{B219A345-FAA1-4058-933A-AB4864F9DC1E}" type="pres">
      <dgm:prSet presAssocID="{F5EAAACA-4705-43A2-BAD7-BBE827922E94}" presName="accent_2" presStyleCnt="0"/>
      <dgm:spPr/>
    </dgm:pt>
    <dgm:pt modelId="{4595CC62-639F-4836-9D32-5F06F0BDA19A}" type="pres">
      <dgm:prSet presAssocID="{F5EAAACA-4705-43A2-BAD7-BBE827922E94}" presName="accentRepeatNode" presStyleLbl="solidFgAcc1" presStyleIdx="1" presStyleCnt="3"/>
      <dgm:spPr/>
    </dgm:pt>
    <dgm:pt modelId="{DF1315F4-7C3F-4B85-95C5-188067B2BAD2}" type="pres">
      <dgm:prSet presAssocID="{EFFF34D4-0A3B-426A-B24D-C0D9DB01B22F}" presName="text_3" presStyleLbl="node1" presStyleIdx="2" presStyleCnt="3">
        <dgm:presLayoutVars>
          <dgm:bulletEnabled val="1"/>
        </dgm:presLayoutVars>
      </dgm:prSet>
      <dgm:spPr/>
    </dgm:pt>
    <dgm:pt modelId="{AB99C64B-D48A-41A3-A46D-3D604C8F1BC5}" type="pres">
      <dgm:prSet presAssocID="{EFFF34D4-0A3B-426A-B24D-C0D9DB01B22F}" presName="accent_3" presStyleCnt="0"/>
      <dgm:spPr/>
    </dgm:pt>
    <dgm:pt modelId="{6F25641A-4767-4987-AECA-2DFF1E0BECC9}" type="pres">
      <dgm:prSet presAssocID="{EFFF34D4-0A3B-426A-B24D-C0D9DB01B22F}" presName="accentRepeatNode" presStyleLbl="solidFgAcc1" presStyleIdx="2" presStyleCnt="3"/>
      <dgm:spPr/>
    </dgm:pt>
  </dgm:ptLst>
  <dgm:cxnLst>
    <dgm:cxn modelId="{8E480305-DE95-4133-AF05-9050CEB206B1}" srcId="{744E1727-F17F-41E0-AF78-095EFF041F09}" destId="{EFFF34D4-0A3B-426A-B24D-C0D9DB01B22F}" srcOrd="2" destOrd="0" parTransId="{30DED31A-83A2-491B-B0AA-C63BF37D6361}" sibTransId="{30642AF5-BBD8-4DC1-910B-5121587680EE}"/>
    <dgm:cxn modelId="{A14ED741-5C2E-4D20-8DC3-085E8D1FA629}" type="presOf" srcId="{0A90A95D-B023-45CF-8E6F-10A38D3BF9E2}" destId="{4CDA402D-9E8B-43D2-A7DB-A24063599715}" srcOrd="0" destOrd="0" presId="urn:microsoft.com/office/officeart/2008/layout/VerticalCurvedList"/>
    <dgm:cxn modelId="{04C7C246-A3F9-4BF7-92CE-12FAD7CCA010}" srcId="{744E1727-F17F-41E0-AF78-095EFF041F09}" destId="{0A90A95D-B023-45CF-8E6F-10A38D3BF9E2}" srcOrd="0" destOrd="0" parTransId="{548705AD-F737-4779-934E-FAA6117DDF8A}" sibTransId="{D3C434DC-F6A4-4CD2-8A9F-9B3012802BB5}"/>
    <dgm:cxn modelId="{71E661CA-B23A-42B7-AFB3-C7FBC1A8F1D1}" srcId="{744E1727-F17F-41E0-AF78-095EFF041F09}" destId="{F5EAAACA-4705-43A2-BAD7-BBE827922E94}" srcOrd="1" destOrd="0" parTransId="{72925924-D026-4172-8ABE-9D4960077633}" sibTransId="{D6AADDAF-B58C-43CD-952F-31BF3223220A}"/>
    <dgm:cxn modelId="{488EE1E4-F4BC-4513-869C-B0111492F5CA}" type="presOf" srcId="{744E1727-F17F-41E0-AF78-095EFF041F09}" destId="{7C827E00-435B-4445-AEA9-F39567EE21C5}" srcOrd="0" destOrd="0" presId="urn:microsoft.com/office/officeart/2008/layout/VerticalCurvedList"/>
    <dgm:cxn modelId="{389C57E6-1340-4331-AFB1-0BC12F2E9CCC}" type="presOf" srcId="{EFFF34D4-0A3B-426A-B24D-C0D9DB01B22F}" destId="{DF1315F4-7C3F-4B85-95C5-188067B2BAD2}" srcOrd="0" destOrd="0" presId="urn:microsoft.com/office/officeart/2008/layout/VerticalCurvedList"/>
    <dgm:cxn modelId="{D82144EC-A76F-4159-BEA6-ACCE695295C8}" type="presOf" srcId="{D3C434DC-F6A4-4CD2-8A9F-9B3012802BB5}" destId="{C990A239-75C6-472B-A6C0-0DB812BEB399}" srcOrd="0" destOrd="0" presId="urn:microsoft.com/office/officeart/2008/layout/VerticalCurvedList"/>
    <dgm:cxn modelId="{E4FE2FFC-FD61-4886-840C-8F5AD99A4610}" type="presOf" srcId="{F5EAAACA-4705-43A2-BAD7-BBE827922E94}" destId="{0B5E5887-13D2-4513-8A25-BFC0712468B7}" srcOrd="0" destOrd="0" presId="urn:microsoft.com/office/officeart/2008/layout/VerticalCurvedList"/>
    <dgm:cxn modelId="{058ABAFF-E037-4307-89B9-6ECE4D22A882}" type="presParOf" srcId="{7C827E00-435B-4445-AEA9-F39567EE21C5}" destId="{11246589-1901-4E9D-9581-DF4983ADD23C}" srcOrd="0" destOrd="0" presId="urn:microsoft.com/office/officeart/2008/layout/VerticalCurvedList"/>
    <dgm:cxn modelId="{06034616-EE1B-4489-B9B4-C514CF232707}" type="presParOf" srcId="{11246589-1901-4E9D-9581-DF4983ADD23C}" destId="{C9D1C4A6-C2E2-40A1-ADA1-A0B71950079A}" srcOrd="0" destOrd="0" presId="urn:microsoft.com/office/officeart/2008/layout/VerticalCurvedList"/>
    <dgm:cxn modelId="{F2D1EE98-AF39-409B-AF2F-0D47FAF4D8BF}" type="presParOf" srcId="{C9D1C4A6-C2E2-40A1-ADA1-A0B71950079A}" destId="{8C71FAC0-EB30-4B77-988A-771169F143D4}" srcOrd="0" destOrd="0" presId="urn:microsoft.com/office/officeart/2008/layout/VerticalCurvedList"/>
    <dgm:cxn modelId="{076330F6-13B6-44C7-8416-10AEABFEDAD4}" type="presParOf" srcId="{C9D1C4A6-C2E2-40A1-ADA1-A0B71950079A}" destId="{C990A239-75C6-472B-A6C0-0DB812BEB399}" srcOrd="1" destOrd="0" presId="urn:microsoft.com/office/officeart/2008/layout/VerticalCurvedList"/>
    <dgm:cxn modelId="{D0A2E82A-20FC-4FF2-8B8F-0CCA1DEBBE95}" type="presParOf" srcId="{C9D1C4A6-C2E2-40A1-ADA1-A0B71950079A}" destId="{947072C5-3F57-40A7-AF1A-0D672469C08F}" srcOrd="2" destOrd="0" presId="urn:microsoft.com/office/officeart/2008/layout/VerticalCurvedList"/>
    <dgm:cxn modelId="{60391128-C6FA-4375-A259-849F2C6B2EA6}" type="presParOf" srcId="{C9D1C4A6-C2E2-40A1-ADA1-A0B71950079A}" destId="{962BABA7-057E-4BDF-B5CD-2C0BA0102541}" srcOrd="3" destOrd="0" presId="urn:microsoft.com/office/officeart/2008/layout/VerticalCurvedList"/>
    <dgm:cxn modelId="{A9CBAADD-F2F7-4082-8749-23424C627DCB}" type="presParOf" srcId="{11246589-1901-4E9D-9581-DF4983ADD23C}" destId="{4CDA402D-9E8B-43D2-A7DB-A24063599715}" srcOrd="1" destOrd="0" presId="urn:microsoft.com/office/officeart/2008/layout/VerticalCurvedList"/>
    <dgm:cxn modelId="{FD0285A9-574B-4F06-8F65-177B3937BA3D}" type="presParOf" srcId="{11246589-1901-4E9D-9581-DF4983ADD23C}" destId="{A4AF0B52-38F4-47D8-AA90-EA7AC55E5204}" srcOrd="2" destOrd="0" presId="urn:microsoft.com/office/officeart/2008/layout/VerticalCurvedList"/>
    <dgm:cxn modelId="{77F2D4E6-93BE-41D8-AE5C-FE01A5C5DB6C}" type="presParOf" srcId="{A4AF0B52-38F4-47D8-AA90-EA7AC55E5204}" destId="{62218919-E6AC-404C-97C3-0958BC8676B7}" srcOrd="0" destOrd="0" presId="urn:microsoft.com/office/officeart/2008/layout/VerticalCurvedList"/>
    <dgm:cxn modelId="{D8AF9B77-40F3-4A9D-93AA-765AE6CBBE64}" type="presParOf" srcId="{11246589-1901-4E9D-9581-DF4983ADD23C}" destId="{0B5E5887-13D2-4513-8A25-BFC0712468B7}" srcOrd="3" destOrd="0" presId="urn:microsoft.com/office/officeart/2008/layout/VerticalCurvedList"/>
    <dgm:cxn modelId="{5DC30FEA-5393-47DE-8F29-DCF15068FA43}" type="presParOf" srcId="{11246589-1901-4E9D-9581-DF4983ADD23C}" destId="{B219A345-FAA1-4058-933A-AB4864F9DC1E}" srcOrd="4" destOrd="0" presId="urn:microsoft.com/office/officeart/2008/layout/VerticalCurvedList"/>
    <dgm:cxn modelId="{570508BA-213A-4454-A2F8-0267A1292178}" type="presParOf" srcId="{B219A345-FAA1-4058-933A-AB4864F9DC1E}" destId="{4595CC62-639F-4836-9D32-5F06F0BDA19A}" srcOrd="0" destOrd="0" presId="urn:microsoft.com/office/officeart/2008/layout/VerticalCurvedList"/>
    <dgm:cxn modelId="{6A525D36-3011-45AE-A5AB-2CC8B34C9DA5}" type="presParOf" srcId="{11246589-1901-4E9D-9581-DF4983ADD23C}" destId="{DF1315F4-7C3F-4B85-95C5-188067B2BAD2}" srcOrd="5" destOrd="0" presId="urn:microsoft.com/office/officeart/2008/layout/VerticalCurvedList"/>
    <dgm:cxn modelId="{394919ED-CC97-49A1-BCE7-359CC8FA9F35}" type="presParOf" srcId="{11246589-1901-4E9D-9581-DF4983ADD23C}" destId="{AB99C64B-D48A-41A3-A46D-3D604C8F1BC5}" srcOrd="6" destOrd="0" presId="urn:microsoft.com/office/officeart/2008/layout/VerticalCurvedList"/>
    <dgm:cxn modelId="{98820FFB-9C5D-4D17-8BEA-507A0512746E}" type="presParOf" srcId="{AB99C64B-D48A-41A3-A46D-3D604C8F1BC5}" destId="{6F25641A-4767-4987-AECA-2DFF1E0BECC9}"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90A239-75C6-472B-A6C0-0DB812BEB399}">
      <dsp:nvSpPr>
        <dsp:cNvPr id="0" name=""/>
        <dsp:cNvSpPr/>
      </dsp:nvSpPr>
      <dsp:spPr>
        <a:xfrm>
          <a:off x="-6217319" y="-951443"/>
          <a:ext cx="7403140" cy="7403140"/>
        </a:xfrm>
        <a:prstGeom prst="blockArc">
          <a:avLst>
            <a:gd name="adj1" fmla="val 18900000"/>
            <a:gd name="adj2" fmla="val 2700000"/>
            <a:gd name="adj3" fmla="val 292"/>
          </a:avLst>
        </a:prstGeom>
        <a:noFill/>
        <a:ln w="12700" cap="flat" cmpd="sng" algn="ctr">
          <a:solidFill>
            <a:schemeClr val="accent5">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4CDA402D-9E8B-43D2-A7DB-A24063599715}">
      <dsp:nvSpPr>
        <dsp:cNvPr id="0" name=""/>
        <dsp:cNvSpPr/>
      </dsp:nvSpPr>
      <dsp:spPr>
        <a:xfrm>
          <a:off x="763435" y="550025"/>
          <a:ext cx="9807879" cy="1100050"/>
        </a:xfrm>
        <a:prstGeom prst="rect">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73165" tIns="66040" rIns="66040" bIns="66040" numCol="1" spcCol="1270" anchor="ctr" anchorCtr="0">
          <a:noAutofit/>
        </a:bodyPr>
        <a:lstStyle/>
        <a:p>
          <a:pPr marL="0" lvl="0" indent="0" algn="l" defTabSz="1155700">
            <a:lnSpc>
              <a:spcPct val="90000"/>
            </a:lnSpc>
            <a:spcBef>
              <a:spcPct val="0"/>
            </a:spcBef>
            <a:spcAft>
              <a:spcPct val="35000"/>
            </a:spcAft>
            <a:buNone/>
          </a:pPr>
          <a:r>
            <a:rPr lang="en-US" sz="2600" kern="1200" dirty="0"/>
            <a:t>The first formulation of the categorical imperative states that we should act only on maxims that we can will as universal laws. </a:t>
          </a:r>
          <a:endParaRPr lang="en-KE" sz="2600" kern="1200" dirty="0"/>
        </a:p>
      </dsp:txBody>
      <dsp:txXfrm>
        <a:off x="763435" y="550025"/>
        <a:ext cx="9807879" cy="1100050"/>
      </dsp:txXfrm>
    </dsp:sp>
    <dsp:sp modelId="{62218919-E6AC-404C-97C3-0958BC8676B7}">
      <dsp:nvSpPr>
        <dsp:cNvPr id="0" name=""/>
        <dsp:cNvSpPr/>
      </dsp:nvSpPr>
      <dsp:spPr>
        <a:xfrm>
          <a:off x="75903" y="412518"/>
          <a:ext cx="1375063" cy="1375063"/>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0B5E5887-13D2-4513-8A25-BFC0712468B7}">
      <dsp:nvSpPr>
        <dsp:cNvPr id="0" name=""/>
        <dsp:cNvSpPr/>
      </dsp:nvSpPr>
      <dsp:spPr>
        <a:xfrm>
          <a:off x="1163303" y="2200101"/>
          <a:ext cx="9408010" cy="1100050"/>
        </a:xfrm>
        <a:prstGeom prst="rect">
          <a:avLst/>
        </a:prstGeom>
        <a:solidFill>
          <a:schemeClr val="accent4">
            <a:hueOff val="4900445"/>
            <a:satOff val="-20388"/>
            <a:lumOff val="480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73165" tIns="66040" rIns="66040" bIns="66040" numCol="1" spcCol="1270" anchor="ctr" anchorCtr="0">
          <a:noAutofit/>
        </a:bodyPr>
        <a:lstStyle/>
        <a:p>
          <a:pPr marL="0" lvl="0" indent="0" algn="l" defTabSz="1155700">
            <a:lnSpc>
              <a:spcPct val="90000"/>
            </a:lnSpc>
            <a:spcBef>
              <a:spcPct val="0"/>
            </a:spcBef>
            <a:spcAft>
              <a:spcPct val="35000"/>
            </a:spcAft>
            <a:buNone/>
          </a:pPr>
          <a:r>
            <a:rPr lang="en-US" sz="2600" kern="1200" dirty="0"/>
            <a:t>The second formulation emphasizes treating individuals as ends rather than means. </a:t>
          </a:r>
          <a:endParaRPr lang="en-KE" sz="2600" kern="1200" dirty="0"/>
        </a:p>
      </dsp:txBody>
      <dsp:txXfrm>
        <a:off x="1163303" y="2200101"/>
        <a:ext cx="9408010" cy="1100050"/>
      </dsp:txXfrm>
    </dsp:sp>
    <dsp:sp modelId="{4595CC62-639F-4836-9D32-5F06F0BDA19A}">
      <dsp:nvSpPr>
        <dsp:cNvPr id="0" name=""/>
        <dsp:cNvSpPr/>
      </dsp:nvSpPr>
      <dsp:spPr>
        <a:xfrm>
          <a:off x="475771" y="2062594"/>
          <a:ext cx="1375063" cy="1375063"/>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 modelId="{DF1315F4-7C3F-4B85-95C5-188067B2BAD2}">
      <dsp:nvSpPr>
        <dsp:cNvPr id="0" name=""/>
        <dsp:cNvSpPr/>
      </dsp:nvSpPr>
      <dsp:spPr>
        <a:xfrm>
          <a:off x="763435" y="3850177"/>
          <a:ext cx="9807879" cy="1100050"/>
        </a:xfrm>
        <a:prstGeom prst="rect">
          <a:avLst/>
        </a:prstGeom>
        <a:solidFill>
          <a:schemeClr val="accent4">
            <a:hueOff val="9800891"/>
            <a:satOff val="-40777"/>
            <a:lumOff val="960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73165" tIns="66040" rIns="66040" bIns="66040" numCol="1" spcCol="1270" anchor="ctr" anchorCtr="0">
          <a:noAutofit/>
        </a:bodyPr>
        <a:lstStyle/>
        <a:p>
          <a:pPr marL="0" lvl="0" indent="0" algn="l" defTabSz="1155700">
            <a:lnSpc>
              <a:spcPct val="90000"/>
            </a:lnSpc>
            <a:spcBef>
              <a:spcPct val="0"/>
            </a:spcBef>
            <a:spcAft>
              <a:spcPct val="35000"/>
            </a:spcAft>
            <a:buNone/>
          </a:pPr>
          <a:r>
            <a:rPr lang="en-US" sz="2600" kern="1200" dirty="0"/>
            <a:t>The third formulation envisions a world where everyone follows the categorical imperative (</a:t>
          </a:r>
          <a:r>
            <a:rPr lang="en-KE" sz="2600" kern="1200" dirty="0"/>
            <a:t>Matthews &amp; Hendricks, 2019)</a:t>
          </a:r>
          <a:r>
            <a:rPr lang="en-US" sz="2600" kern="1200" dirty="0"/>
            <a:t>.</a:t>
          </a:r>
          <a:endParaRPr lang="en-KE" sz="2600" kern="1200" dirty="0"/>
        </a:p>
      </dsp:txBody>
      <dsp:txXfrm>
        <a:off x="763435" y="3850177"/>
        <a:ext cx="9807879" cy="1100050"/>
      </dsp:txXfrm>
    </dsp:sp>
    <dsp:sp modelId="{6F25641A-4767-4987-AECA-2DFF1E0BECC9}">
      <dsp:nvSpPr>
        <dsp:cNvPr id="0" name=""/>
        <dsp:cNvSpPr/>
      </dsp:nvSpPr>
      <dsp:spPr>
        <a:xfrm>
          <a:off x="75903" y="3712670"/>
          <a:ext cx="1375063" cy="1375063"/>
        </a:xfrm>
        <a:prstGeom prst="ellipse">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z="300000" contourW="12700" prstMaterial="flat">
          <a:bevelT w="177800" h="254000"/>
          <a:bevelB w="152400"/>
        </a:sp3d>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3F42E-A220-9182-A4DD-5EB03E5617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KE"/>
          </a:p>
        </p:txBody>
      </p:sp>
      <p:sp>
        <p:nvSpPr>
          <p:cNvPr id="3" name="Subtitle 2">
            <a:extLst>
              <a:ext uri="{FF2B5EF4-FFF2-40B4-BE49-F238E27FC236}">
                <a16:creationId xmlns:a16="http://schemas.microsoft.com/office/drawing/2014/main" id="{FE679E8F-8750-197E-EA1C-522B3ADF2E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KE"/>
          </a:p>
        </p:txBody>
      </p:sp>
      <p:sp>
        <p:nvSpPr>
          <p:cNvPr id="4" name="Date Placeholder 3">
            <a:extLst>
              <a:ext uri="{FF2B5EF4-FFF2-40B4-BE49-F238E27FC236}">
                <a16:creationId xmlns:a16="http://schemas.microsoft.com/office/drawing/2014/main" id="{35769896-150D-8B3D-4FFB-3EEEF6C5FADF}"/>
              </a:ext>
            </a:extLst>
          </p:cNvPr>
          <p:cNvSpPr>
            <a:spLocks noGrp="1"/>
          </p:cNvSpPr>
          <p:nvPr>
            <p:ph type="dt" sz="half" idx="10"/>
          </p:nvPr>
        </p:nvSpPr>
        <p:spPr/>
        <p:txBody>
          <a:bodyPr/>
          <a:lstStyle/>
          <a:p>
            <a:fld id="{AEF1C5CD-2FE2-473F-8322-7E42F2885FC2}" type="datetimeFigureOut">
              <a:rPr lang="en-KE" smtClean="0"/>
              <a:t>24/12/2024</a:t>
            </a:fld>
            <a:endParaRPr lang="en-KE"/>
          </a:p>
        </p:txBody>
      </p:sp>
      <p:sp>
        <p:nvSpPr>
          <p:cNvPr id="5" name="Footer Placeholder 4">
            <a:extLst>
              <a:ext uri="{FF2B5EF4-FFF2-40B4-BE49-F238E27FC236}">
                <a16:creationId xmlns:a16="http://schemas.microsoft.com/office/drawing/2014/main" id="{DABCBA6C-A4B2-3E0C-3BFC-42FB6A2F59DD}"/>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CC2B0BFB-4E58-1918-2D94-A89368FA9F21}"/>
              </a:ext>
            </a:extLst>
          </p:cNvPr>
          <p:cNvSpPr>
            <a:spLocks noGrp="1"/>
          </p:cNvSpPr>
          <p:nvPr>
            <p:ph type="sldNum" sz="quarter" idx="12"/>
          </p:nvPr>
        </p:nvSpPr>
        <p:spPr/>
        <p:txBody>
          <a:bodyPr/>
          <a:lstStyle/>
          <a:p>
            <a:fld id="{12759CE5-7688-40B4-990F-DED082C42928}" type="slidenum">
              <a:rPr lang="en-KE" smtClean="0"/>
              <a:t>‹#›</a:t>
            </a:fld>
            <a:endParaRPr lang="en-KE"/>
          </a:p>
        </p:txBody>
      </p:sp>
    </p:spTree>
    <p:extLst>
      <p:ext uri="{BB962C8B-B14F-4D97-AF65-F5344CB8AC3E}">
        <p14:creationId xmlns:p14="http://schemas.microsoft.com/office/powerpoint/2010/main" val="1698133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C3DD6-23A4-4C25-75A1-7FE967148E64}"/>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20CB5F42-BA21-10A6-F73B-70D545E7B4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E46D07C9-D8D5-C2F4-306F-6E79B545B11A}"/>
              </a:ext>
            </a:extLst>
          </p:cNvPr>
          <p:cNvSpPr>
            <a:spLocks noGrp="1"/>
          </p:cNvSpPr>
          <p:nvPr>
            <p:ph type="dt" sz="half" idx="10"/>
          </p:nvPr>
        </p:nvSpPr>
        <p:spPr/>
        <p:txBody>
          <a:bodyPr/>
          <a:lstStyle/>
          <a:p>
            <a:fld id="{AEF1C5CD-2FE2-473F-8322-7E42F2885FC2}" type="datetimeFigureOut">
              <a:rPr lang="en-KE" smtClean="0"/>
              <a:t>24/12/2024</a:t>
            </a:fld>
            <a:endParaRPr lang="en-KE"/>
          </a:p>
        </p:txBody>
      </p:sp>
      <p:sp>
        <p:nvSpPr>
          <p:cNvPr id="5" name="Footer Placeholder 4">
            <a:extLst>
              <a:ext uri="{FF2B5EF4-FFF2-40B4-BE49-F238E27FC236}">
                <a16:creationId xmlns:a16="http://schemas.microsoft.com/office/drawing/2014/main" id="{6A143B31-AD55-67E5-12F3-0585EED71AFA}"/>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2B7A2FEB-101F-3597-C65A-0E419EA7C87D}"/>
              </a:ext>
            </a:extLst>
          </p:cNvPr>
          <p:cNvSpPr>
            <a:spLocks noGrp="1"/>
          </p:cNvSpPr>
          <p:nvPr>
            <p:ph type="sldNum" sz="quarter" idx="12"/>
          </p:nvPr>
        </p:nvSpPr>
        <p:spPr/>
        <p:txBody>
          <a:bodyPr/>
          <a:lstStyle/>
          <a:p>
            <a:fld id="{12759CE5-7688-40B4-990F-DED082C42928}" type="slidenum">
              <a:rPr lang="en-KE" smtClean="0"/>
              <a:t>‹#›</a:t>
            </a:fld>
            <a:endParaRPr lang="en-KE"/>
          </a:p>
        </p:txBody>
      </p:sp>
    </p:spTree>
    <p:extLst>
      <p:ext uri="{BB962C8B-B14F-4D97-AF65-F5344CB8AC3E}">
        <p14:creationId xmlns:p14="http://schemas.microsoft.com/office/powerpoint/2010/main" val="1176690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70342-0DEF-F6BE-1A9A-501F8F8923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E"/>
          </a:p>
        </p:txBody>
      </p:sp>
      <p:sp>
        <p:nvSpPr>
          <p:cNvPr id="3" name="Text Placeholder 2">
            <a:extLst>
              <a:ext uri="{FF2B5EF4-FFF2-40B4-BE49-F238E27FC236}">
                <a16:creationId xmlns:a16="http://schemas.microsoft.com/office/drawing/2014/main" id="{45D60625-097B-2430-F699-22F52E19C4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EA98FF-D003-57A9-A0B2-1EC6EDF08A17}"/>
              </a:ext>
            </a:extLst>
          </p:cNvPr>
          <p:cNvSpPr>
            <a:spLocks noGrp="1"/>
          </p:cNvSpPr>
          <p:nvPr>
            <p:ph type="dt" sz="half" idx="10"/>
          </p:nvPr>
        </p:nvSpPr>
        <p:spPr/>
        <p:txBody>
          <a:bodyPr/>
          <a:lstStyle/>
          <a:p>
            <a:fld id="{AEF1C5CD-2FE2-473F-8322-7E42F2885FC2}" type="datetimeFigureOut">
              <a:rPr lang="en-KE" smtClean="0"/>
              <a:t>24/12/2024</a:t>
            </a:fld>
            <a:endParaRPr lang="en-KE"/>
          </a:p>
        </p:txBody>
      </p:sp>
      <p:sp>
        <p:nvSpPr>
          <p:cNvPr id="5" name="Footer Placeholder 4">
            <a:extLst>
              <a:ext uri="{FF2B5EF4-FFF2-40B4-BE49-F238E27FC236}">
                <a16:creationId xmlns:a16="http://schemas.microsoft.com/office/drawing/2014/main" id="{FB8886A2-E19B-1B41-D381-5FFCF9B5D61D}"/>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E0403048-56C9-6FF8-006F-23E14F04E9C9}"/>
              </a:ext>
            </a:extLst>
          </p:cNvPr>
          <p:cNvSpPr>
            <a:spLocks noGrp="1"/>
          </p:cNvSpPr>
          <p:nvPr>
            <p:ph type="sldNum" sz="quarter" idx="12"/>
          </p:nvPr>
        </p:nvSpPr>
        <p:spPr/>
        <p:txBody>
          <a:bodyPr/>
          <a:lstStyle/>
          <a:p>
            <a:fld id="{12759CE5-7688-40B4-990F-DED082C42928}" type="slidenum">
              <a:rPr lang="en-KE" smtClean="0"/>
              <a:t>‹#›</a:t>
            </a:fld>
            <a:endParaRPr lang="en-KE"/>
          </a:p>
        </p:txBody>
      </p:sp>
    </p:spTree>
    <p:extLst>
      <p:ext uri="{BB962C8B-B14F-4D97-AF65-F5344CB8AC3E}">
        <p14:creationId xmlns:p14="http://schemas.microsoft.com/office/powerpoint/2010/main" val="7476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F1656-1383-BC2F-E6F2-5E6E58E6FF6E}"/>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2300C129-4BB4-613B-1E9E-72D64BE83E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Content Placeholder 3">
            <a:extLst>
              <a:ext uri="{FF2B5EF4-FFF2-40B4-BE49-F238E27FC236}">
                <a16:creationId xmlns:a16="http://schemas.microsoft.com/office/drawing/2014/main" id="{EEEC5D44-209A-A542-6C13-9B31B20CD2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Date Placeholder 4">
            <a:extLst>
              <a:ext uri="{FF2B5EF4-FFF2-40B4-BE49-F238E27FC236}">
                <a16:creationId xmlns:a16="http://schemas.microsoft.com/office/drawing/2014/main" id="{621133F2-DF26-1B2A-3210-803DE5C84FC6}"/>
              </a:ext>
            </a:extLst>
          </p:cNvPr>
          <p:cNvSpPr>
            <a:spLocks noGrp="1"/>
          </p:cNvSpPr>
          <p:nvPr>
            <p:ph type="dt" sz="half" idx="10"/>
          </p:nvPr>
        </p:nvSpPr>
        <p:spPr/>
        <p:txBody>
          <a:bodyPr/>
          <a:lstStyle/>
          <a:p>
            <a:fld id="{AEF1C5CD-2FE2-473F-8322-7E42F2885FC2}" type="datetimeFigureOut">
              <a:rPr lang="en-KE" smtClean="0"/>
              <a:t>24/12/2024</a:t>
            </a:fld>
            <a:endParaRPr lang="en-KE"/>
          </a:p>
        </p:txBody>
      </p:sp>
      <p:sp>
        <p:nvSpPr>
          <p:cNvPr id="6" name="Footer Placeholder 5">
            <a:extLst>
              <a:ext uri="{FF2B5EF4-FFF2-40B4-BE49-F238E27FC236}">
                <a16:creationId xmlns:a16="http://schemas.microsoft.com/office/drawing/2014/main" id="{4EA7BC9A-189F-5215-6BF7-891DBBA39281}"/>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DAC2886C-403B-17E1-B056-F97AFE9C0C1F}"/>
              </a:ext>
            </a:extLst>
          </p:cNvPr>
          <p:cNvSpPr>
            <a:spLocks noGrp="1"/>
          </p:cNvSpPr>
          <p:nvPr>
            <p:ph type="sldNum" sz="quarter" idx="12"/>
          </p:nvPr>
        </p:nvSpPr>
        <p:spPr/>
        <p:txBody>
          <a:bodyPr/>
          <a:lstStyle/>
          <a:p>
            <a:fld id="{12759CE5-7688-40B4-990F-DED082C42928}" type="slidenum">
              <a:rPr lang="en-KE" smtClean="0"/>
              <a:t>‹#›</a:t>
            </a:fld>
            <a:endParaRPr lang="en-KE"/>
          </a:p>
        </p:txBody>
      </p:sp>
    </p:spTree>
    <p:extLst>
      <p:ext uri="{BB962C8B-B14F-4D97-AF65-F5344CB8AC3E}">
        <p14:creationId xmlns:p14="http://schemas.microsoft.com/office/powerpoint/2010/main" val="2254362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8FCED-9F1E-AA0B-2066-1D4F395C0F00}"/>
              </a:ext>
            </a:extLst>
          </p:cNvPr>
          <p:cNvSpPr>
            <a:spLocks noGrp="1"/>
          </p:cNvSpPr>
          <p:nvPr>
            <p:ph type="title"/>
          </p:nvPr>
        </p:nvSpPr>
        <p:spPr>
          <a:xfrm>
            <a:off x="839788" y="365125"/>
            <a:ext cx="10515600" cy="1325563"/>
          </a:xfrm>
        </p:spPr>
        <p:txBody>
          <a:bodyPr/>
          <a:lstStyle/>
          <a:p>
            <a:r>
              <a:rPr lang="en-US"/>
              <a:t>Click to edit Master title style</a:t>
            </a:r>
            <a:endParaRPr lang="en-KE"/>
          </a:p>
        </p:txBody>
      </p:sp>
      <p:sp>
        <p:nvSpPr>
          <p:cNvPr id="3" name="Text Placeholder 2">
            <a:extLst>
              <a:ext uri="{FF2B5EF4-FFF2-40B4-BE49-F238E27FC236}">
                <a16:creationId xmlns:a16="http://schemas.microsoft.com/office/drawing/2014/main" id="{8A8B2C04-BD61-0C99-796F-A1A1C7603F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A639B1-AC49-47DB-C2C9-1F312F48E6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Text Placeholder 4">
            <a:extLst>
              <a:ext uri="{FF2B5EF4-FFF2-40B4-BE49-F238E27FC236}">
                <a16:creationId xmlns:a16="http://schemas.microsoft.com/office/drawing/2014/main" id="{C619B0B0-46D3-7D94-FA5B-C3FC15871B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289A83-B099-B2CF-8AAC-D010A6A3B7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7" name="Date Placeholder 6">
            <a:extLst>
              <a:ext uri="{FF2B5EF4-FFF2-40B4-BE49-F238E27FC236}">
                <a16:creationId xmlns:a16="http://schemas.microsoft.com/office/drawing/2014/main" id="{9019FD61-0B58-2800-7DF3-3EB0A482080B}"/>
              </a:ext>
            </a:extLst>
          </p:cNvPr>
          <p:cNvSpPr>
            <a:spLocks noGrp="1"/>
          </p:cNvSpPr>
          <p:nvPr>
            <p:ph type="dt" sz="half" idx="10"/>
          </p:nvPr>
        </p:nvSpPr>
        <p:spPr/>
        <p:txBody>
          <a:bodyPr/>
          <a:lstStyle/>
          <a:p>
            <a:fld id="{AEF1C5CD-2FE2-473F-8322-7E42F2885FC2}" type="datetimeFigureOut">
              <a:rPr lang="en-KE" smtClean="0"/>
              <a:t>24/12/2024</a:t>
            </a:fld>
            <a:endParaRPr lang="en-KE"/>
          </a:p>
        </p:txBody>
      </p:sp>
      <p:sp>
        <p:nvSpPr>
          <p:cNvPr id="8" name="Footer Placeholder 7">
            <a:extLst>
              <a:ext uri="{FF2B5EF4-FFF2-40B4-BE49-F238E27FC236}">
                <a16:creationId xmlns:a16="http://schemas.microsoft.com/office/drawing/2014/main" id="{5C235489-9575-C3E9-BE0B-ED7E83F2508F}"/>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7AAE81C8-9701-E8FE-194A-8D0C9FC8E360}"/>
              </a:ext>
            </a:extLst>
          </p:cNvPr>
          <p:cNvSpPr>
            <a:spLocks noGrp="1"/>
          </p:cNvSpPr>
          <p:nvPr>
            <p:ph type="sldNum" sz="quarter" idx="12"/>
          </p:nvPr>
        </p:nvSpPr>
        <p:spPr/>
        <p:txBody>
          <a:bodyPr/>
          <a:lstStyle/>
          <a:p>
            <a:fld id="{12759CE5-7688-40B4-990F-DED082C42928}" type="slidenum">
              <a:rPr lang="en-KE" smtClean="0"/>
              <a:t>‹#›</a:t>
            </a:fld>
            <a:endParaRPr lang="en-KE"/>
          </a:p>
        </p:txBody>
      </p:sp>
    </p:spTree>
    <p:extLst>
      <p:ext uri="{BB962C8B-B14F-4D97-AF65-F5344CB8AC3E}">
        <p14:creationId xmlns:p14="http://schemas.microsoft.com/office/powerpoint/2010/main" val="3349317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94EDE-664C-65E0-636F-62F76E3D3089}"/>
              </a:ext>
            </a:extLst>
          </p:cNvPr>
          <p:cNvSpPr>
            <a:spLocks noGrp="1"/>
          </p:cNvSpPr>
          <p:nvPr>
            <p:ph type="title"/>
          </p:nvPr>
        </p:nvSpPr>
        <p:spPr/>
        <p:txBody>
          <a:bodyPr/>
          <a:lstStyle/>
          <a:p>
            <a:r>
              <a:rPr lang="en-US"/>
              <a:t>Click to edit Master title style</a:t>
            </a:r>
            <a:endParaRPr lang="en-KE"/>
          </a:p>
        </p:txBody>
      </p:sp>
      <p:sp>
        <p:nvSpPr>
          <p:cNvPr id="3" name="Date Placeholder 2">
            <a:extLst>
              <a:ext uri="{FF2B5EF4-FFF2-40B4-BE49-F238E27FC236}">
                <a16:creationId xmlns:a16="http://schemas.microsoft.com/office/drawing/2014/main" id="{5BAAC368-7D15-590D-4560-CA4FAB920DFC}"/>
              </a:ext>
            </a:extLst>
          </p:cNvPr>
          <p:cNvSpPr>
            <a:spLocks noGrp="1"/>
          </p:cNvSpPr>
          <p:nvPr>
            <p:ph type="dt" sz="half" idx="10"/>
          </p:nvPr>
        </p:nvSpPr>
        <p:spPr/>
        <p:txBody>
          <a:bodyPr/>
          <a:lstStyle/>
          <a:p>
            <a:fld id="{AEF1C5CD-2FE2-473F-8322-7E42F2885FC2}" type="datetimeFigureOut">
              <a:rPr lang="en-KE" smtClean="0"/>
              <a:t>24/12/2024</a:t>
            </a:fld>
            <a:endParaRPr lang="en-KE"/>
          </a:p>
        </p:txBody>
      </p:sp>
      <p:sp>
        <p:nvSpPr>
          <p:cNvPr id="4" name="Footer Placeholder 3">
            <a:extLst>
              <a:ext uri="{FF2B5EF4-FFF2-40B4-BE49-F238E27FC236}">
                <a16:creationId xmlns:a16="http://schemas.microsoft.com/office/drawing/2014/main" id="{28CBB790-D7D2-78F3-EA69-926075DE13AF}"/>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1758F9B7-902E-9461-A50B-4FE02A1C076E}"/>
              </a:ext>
            </a:extLst>
          </p:cNvPr>
          <p:cNvSpPr>
            <a:spLocks noGrp="1"/>
          </p:cNvSpPr>
          <p:nvPr>
            <p:ph type="sldNum" sz="quarter" idx="12"/>
          </p:nvPr>
        </p:nvSpPr>
        <p:spPr/>
        <p:txBody>
          <a:bodyPr/>
          <a:lstStyle/>
          <a:p>
            <a:fld id="{12759CE5-7688-40B4-990F-DED082C42928}" type="slidenum">
              <a:rPr lang="en-KE" smtClean="0"/>
              <a:t>‹#›</a:t>
            </a:fld>
            <a:endParaRPr lang="en-KE"/>
          </a:p>
        </p:txBody>
      </p:sp>
    </p:spTree>
    <p:extLst>
      <p:ext uri="{BB962C8B-B14F-4D97-AF65-F5344CB8AC3E}">
        <p14:creationId xmlns:p14="http://schemas.microsoft.com/office/powerpoint/2010/main" val="3218212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2FF06F-C612-4941-667D-3F1BD7D40D95}"/>
              </a:ext>
            </a:extLst>
          </p:cNvPr>
          <p:cNvSpPr>
            <a:spLocks noGrp="1"/>
          </p:cNvSpPr>
          <p:nvPr>
            <p:ph type="dt" sz="half" idx="10"/>
          </p:nvPr>
        </p:nvSpPr>
        <p:spPr/>
        <p:txBody>
          <a:bodyPr/>
          <a:lstStyle/>
          <a:p>
            <a:fld id="{AEF1C5CD-2FE2-473F-8322-7E42F2885FC2}" type="datetimeFigureOut">
              <a:rPr lang="en-KE" smtClean="0"/>
              <a:t>24/12/2024</a:t>
            </a:fld>
            <a:endParaRPr lang="en-KE"/>
          </a:p>
        </p:txBody>
      </p:sp>
      <p:sp>
        <p:nvSpPr>
          <p:cNvPr id="3" name="Footer Placeholder 2">
            <a:extLst>
              <a:ext uri="{FF2B5EF4-FFF2-40B4-BE49-F238E27FC236}">
                <a16:creationId xmlns:a16="http://schemas.microsoft.com/office/drawing/2014/main" id="{194E8925-029B-7116-81FC-7B37EF3E6721}"/>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1C0DEB7E-7058-0FA3-A491-E9823749F674}"/>
              </a:ext>
            </a:extLst>
          </p:cNvPr>
          <p:cNvSpPr>
            <a:spLocks noGrp="1"/>
          </p:cNvSpPr>
          <p:nvPr>
            <p:ph type="sldNum" sz="quarter" idx="12"/>
          </p:nvPr>
        </p:nvSpPr>
        <p:spPr/>
        <p:txBody>
          <a:bodyPr/>
          <a:lstStyle/>
          <a:p>
            <a:fld id="{12759CE5-7688-40B4-990F-DED082C42928}" type="slidenum">
              <a:rPr lang="en-KE" smtClean="0"/>
              <a:t>‹#›</a:t>
            </a:fld>
            <a:endParaRPr lang="en-KE"/>
          </a:p>
        </p:txBody>
      </p:sp>
    </p:spTree>
    <p:extLst>
      <p:ext uri="{BB962C8B-B14F-4D97-AF65-F5344CB8AC3E}">
        <p14:creationId xmlns:p14="http://schemas.microsoft.com/office/powerpoint/2010/main" val="1835139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B9B0B-BCB8-3510-FD83-BACF2A4E6E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Content Placeholder 2">
            <a:extLst>
              <a:ext uri="{FF2B5EF4-FFF2-40B4-BE49-F238E27FC236}">
                <a16:creationId xmlns:a16="http://schemas.microsoft.com/office/drawing/2014/main" id="{1B029A41-AAAE-25F0-ECED-8E61A37055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Text Placeholder 3">
            <a:extLst>
              <a:ext uri="{FF2B5EF4-FFF2-40B4-BE49-F238E27FC236}">
                <a16:creationId xmlns:a16="http://schemas.microsoft.com/office/drawing/2014/main" id="{90EC098A-DC60-9993-9123-9FCEF78239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A2EF27-1799-D8C5-7DC9-CAA6FE8CEB8C}"/>
              </a:ext>
            </a:extLst>
          </p:cNvPr>
          <p:cNvSpPr>
            <a:spLocks noGrp="1"/>
          </p:cNvSpPr>
          <p:nvPr>
            <p:ph type="dt" sz="half" idx="10"/>
          </p:nvPr>
        </p:nvSpPr>
        <p:spPr/>
        <p:txBody>
          <a:bodyPr/>
          <a:lstStyle/>
          <a:p>
            <a:fld id="{AEF1C5CD-2FE2-473F-8322-7E42F2885FC2}" type="datetimeFigureOut">
              <a:rPr lang="en-KE" smtClean="0"/>
              <a:t>24/12/2024</a:t>
            </a:fld>
            <a:endParaRPr lang="en-KE"/>
          </a:p>
        </p:txBody>
      </p:sp>
      <p:sp>
        <p:nvSpPr>
          <p:cNvPr id="6" name="Footer Placeholder 5">
            <a:extLst>
              <a:ext uri="{FF2B5EF4-FFF2-40B4-BE49-F238E27FC236}">
                <a16:creationId xmlns:a16="http://schemas.microsoft.com/office/drawing/2014/main" id="{64C7056B-A305-41E2-EEEA-69DCA41494B7}"/>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EEFBE450-0EE4-8B0D-1A8F-2A822637542F}"/>
              </a:ext>
            </a:extLst>
          </p:cNvPr>
          <p:cNvSpPr>
            <a:spLocks noGrp="1"/>
          </p:cNvSpPr>
          <p:nvPr>
            <p:ph type="sldNum" sz="quarter" idx="12"/>
          </p:nvPr>
        </p:nvSpPr>
        <p:spPr/>
        <p:txBody>
          <a:bodyPr/>
          <a:lstStyle/>
          <a:p>
            <a:fld id="{12759CE5-7688-40B4-990F-DED082C42928}" type="slidenum">
              <a:rPr lang="en-KE" smtClean="0"/>
              <a:t>‹#›</a:t>
            </a:fld>
            <a:endParaRPr lang="en-KE"/>
          </a:p>
        </p:txBody>
      </p:sp>
    </p:spTree>
    <p:extLst>
      <p:ext uri="{BB962C8B-B14F-4D97-AF65-F5344CB8AC3E}">
        <p14:creationId xmlns:p14="http://schemas.microsoft.com/office/powerpoint/2010/main" val="2841711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7EC85-E528-25B0-6002-005301E6D7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Picture Placeholder 2">
            <a:extLst>
              <a:ext uri="{FF2B5EF4-FFF2-40B4-BE49-F238E27FC236}">
                <a16:creationId xmlns:a16="http://schemas.microsoft.com/office/drawing/2014/main" id="{AC7AFD1E-F176-0FAA-7C2A-80E987DEF1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DE4AB818-4B5A-DF1A-55A9-19B3C4FF46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A23843-CDF1-4367-531A-AF390C34CE62}"/>
              </a:ext>
            </a:extLst>
          </p:cNvPr>
          <p:cNvSpPr>
            <a:spLocks noGrp="1"/>
          </p:cNvSpPr>
          <p:nvPr>
            <p:ph type="dt" sz="half" idx="10"/>
          </p:nvPr>
        </p:nvSpPr>
        <p:spPr/>
        <p:txBody>
          <a:bodyPr/>
          <a:lstStyle/>
          <a:p>
            <a:fld id="{AEF1C5CD-2FE2-473F-8322-7E42F2885FC2}" type="datetimeFigureOut">
              <a:rPr lang="en-KE" smtClean="0"/>
              <a:t>24/12/2024</a:t>
            </a:fld>
            <a:endParaRPr lang="en-KE"/>
          </a:p>
        </p:txBody>
      </p:sp>
      <p:sp>
        <p:nvSpPr>
          <p:cNvPr id="6" name="Footer Placeholder 5">
            <a:extLst>
              <a:ext uri="{FF2B5EF4-FFF2-40B4-BE49-F238E27FC236}">
                <a16:creationId xmlns:a16="http://schemas.microsoft.com/office/drawing/2014/main" id="{F2CBB0A3-3E9D-10DB-2FD7-7F2EC0013E09}"/>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7B6CDD8C-5C6A-DC81-DB7F-142F39CE727F}"/>
              </a:ext>
            </a:extLst>
          </p:cNvPr>
          <p:cNvSpPr>
            <a:spLocks noGrp="1"/>
          </p:cNvSpPr>
          <p:nvPr>
            <p:ph type="sldNum" sz="quarter" idx="12"/>
          </p:nvPr>
        </p:nvSpPr>
        <p:spPr/>
        <p:txBody>
          <a:bodyPr/>
          <a:lstStyle/>
          <a:p>
            <a:fld id="{12759CE5-7688-40B4-990F-DED082C42928}" type="slidenum">
              <a:rPr lang="en-KE" smtClean="0"/>
              <a:t>‹#›</a:t>
            </a:fld>
            <a:endParaRPr lang="en-KE"/>
          </a:p>
        </p:txBody>
      </p:sp>
    </p:spTree>
    <p:extLst>
      <p:ext uri="{BB962C8B-B14F-4D97-AF65-F5344CB8AC3E}">
        <p14:creationId xmlns:p14="http://schemas.microsoft.com/office/powerpoint/2010/main" val="3300901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D120F-E535-D5D5-5C60-81EE6ACC585F}"/>
              </a:ext>
            </a:extLst>
          </p:cNvPr>
          <p:cNvSpPr>
            <a:spLocks noGrp="1"/>
          </p:cNvSpPr>
          <p:nvPr>
            <p:ph type="title"/>
          </p:nvPr>
        </p:nvSpPr>
        <p:spPr/>
        <p:txBody>
          <a:bodyPr/>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ADB38A60-D6B6-0221-465B-0F0E77F7EB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FD3D31CC-97D2-45F5-E5FF-4509544CF828}"/>
              </a:ext>
            </a:extLst>
          </p:cNvPr>
          <p:cNvSpPr>
            <a:spLocks noGrp="1"/>
          </p:cNvSpPr>
          <p:nvPr>
            <p:ph type="dt" sz="half" idx="10"/>
          </p:nvPr>
        </p:nvSpPr>
        <p:spPr/>
        <p:txBody>
          <a:bodyPr/>
          <a:lstStyle/>
          <a:p>
            <a:fld id="{AEF1C5CD-2FE2-473F-8322-7E42F2885FC2}" type="datetimeFigureOut">
              <a:rPr lang="en-KE" smtClean="0"/>
              <a:t>24/12/2024</a:t>
            </a:fld>
            <a:endParaRPr lang="en-KE"/>
          </a:p>
        </p:txBody>
      </p:sp>
      <p:sp>
        <p:nvSpPr>
          <p:cNvPr id="5" name="Footer Placeholder 4">
            <a:extLst>
              <a:ext uri="{FF2B5EF4-FFF2-40B4-BE49-F238E27FC236}">
                <a16:creationId xmlns:a16="http://schemas.microsoft.com/office/drawing/2014/main" id="{60F5326F-8177-0FEA-A5AF-9EC144914AFC}"/>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54F063BE-DF6D-B1F2-52F3-AB8B4D81EB6D}"/>
              </a:ext>
            </a:extLst>
          </p:cNvPr>
          <p:cNvSpPr>
            <a:spLocks noGrp="1"/>
          </p:cNvSpPr>
          <p:nvPr>
            <p:ph type="sldNum" sz="quarter" idx="12"/>
          </p:nvPr>
        </p:nvSpPr>
        <p:spPr/>
        <p:txBody>
          <a:bodyPr/>
          <a:lstStyle/>
          <a:p>
            <a:fld id="{12759CE5-7688-40B4-990F-DED082C42928}" type="slidenum">
              <a:rPr lang="en-KE" smtClean="0"/>
              <a:t>‹#›</a:t>
            </a:fld>
            <a:endParaRPr lang="en-KE"/>
          </a:p>
        </p:txBody>
      </p:sp>
    </p:spTree>
    <p:extLst>
      <p:ext uri="{BB962C8B-B14F-4D97-AF65-F5344CB8AC3E}">
        <p14:creationId xmlns:p14="http://schemas.microsoft.com/office/powerpoint/2010/main" val="4156184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EA6E67-9379-266A-9E3C-FCBFDFC2BB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33ADBC92-BC2F-C658-4372-0320CF0B3F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BC141629-E3A0-4138-FB38-1D17B2F509FD}"/>
              </a:ext>
            </a:extLst>
          </p:cNvPr>
          <p:cNvSpPr>
            <a:spLocks noGrp="1"/>
          </p:cNvSpPr>
          <p:nvPr>
            <p:ph type="dt" sz="half" idx="10"/>
          </p:nvPr>
        </p:nvSpPr>
        <p:spPr/>
        <p:txBody>
          <a:bodyPr/>
          <a:lstStyle/>
          <a:p>
            <a:fld id="{AEF1C5CD-2FE2-473F-8322-7E42F2885FC2}" type="datetimeFigureOut">
              <a:rPr lang="en-KE" smtClean="0"/>
              <a:t>24/12/2024</a:t>
            </a:fld>
            <a:endParaRPr lang="en-KE"/>
          </a:p>
        </p:txBody>
      </p:sp>
      <p:sp>
        <p:nvSpPr>
          <p:cNvPr id="5" name="Footer Placeholder 4">
            <a:extLst>
              <a:ext uri="{FF2B5EF4-FFF2-40B4-BE49-F238E27FC236}">
                <a16:creationId xmlns:a16="http://schemas.microsoft.com/office/drawing/2014/main" id="{EC7B86D8-CB20-0781-E96D-AFC7F13E38A2}"/>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EEF13E63-77F7-979B-4E38-11BCD361CC63}"/>
              </a:ext>
            </a:extLst>
          </p:cNvPr>
          <p:cNvSpPr>
            <a:spLocks noGrp="1"/>
          </p:cNvSpPr>
          <p:nvPr>
            <p:ph type="sldNum" sz="quarter" idx="12"/>
          </p:nvPr>
        </p:nvSpPr>
        <p:spPr/>
        <p:txBody>
          <a:bodyPr/>
          <a:lstStyle/>
          <a:p>
            <a:fld id="{12759CE5-7688-40B4-990F-DED082C42928}" type="slidenum">
              <a:rPr lang="en-KE" smtClean="0"/>
              <a:t>‹#›</a:t>
            </a:fld>
            <a:endParaRPr lang="en-KE"/>
          </a:p>
        </p:txBody>
      </p:sp>
    </p:spTree>
    <p:extLst>
      <p:ext uri="{BB962C8B-B14F-4D97-AF65-F5344CB8AC3E}">
        <p14:creationId xmlns:p14="http://schemas.microsoft.com/office/powerpoint/2010/main" val="221842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B253CB-61AD-F5EB-428C-8CB7B739E1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KE"/>
          </a:p>
        </p:txBody>
      </p:sp>
      <p:sp>
        <p:nvSpPr>
          <p:cNvPr id="3" name="Text Placeholder 2">
            <a:extLst>
              <a:ext uri="{FF2B5EF4-FFF2-40B4-BE49-F238E27FC236}">
                <a16:creationId xmlns:a16="http://schemas.microsoft.com/office/drawing/2014/main" id="{4AC9FD78-28A4-340D-0CB0-D06DD8DDBD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FE6C4D44-010B-1243-3D83-0F8E8E9691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F1C5CD-2FE2-473F-8322-7E42F2885FC2}" type="datetimeFigureOut">
              <a:rPr lang="en-KE" smtClean="0"/>
              <a:t>24/12/2024</a:t>
            </a:fld>
            <a:endParaRPr lang="en-KE"/>
          </a:p>
        </p:txBody>
      </p:sp>
      <p:sp>
        <p:nvSpPr>
          <p:cNvPr id="5" name="Footer Placeholder 4">
            <a:extLst>
              <a:ext uri="{FF2B5EF4-FFF2-40B4-BE49-F238E27FC236}">
                <a16:creationId xmlns:a16="http://schemas.microsoft.com/office/drawing/2014/main" id="{7E4C47B9-7E62-3BCF-A3E5-48D8711DC4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KE"/>
          </a:p>
        </p:txBody>
      </p:sp>
      <p:sp>
        <p:nvSpPr>
          <p:cNvPr id="6" name="Slide Number Placeholder 5">
            <a:extLst>
              <a:ext uri="{FF2B5EF4-FFF2-40B4-BE49-F238E27FC236}">
                <a16:creationId xmlns:a16="http://schemas.microsoft.com/office/drawing/2014/main" id="{68892E75-578B-85AE-D3EF-121F9A3E18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759CE5-7688-40B4-990F-DED082C42928}" type="slidenum">
              <a:rPr lang="en-KE" smtClean="0"/>
              <a:t>‹#›</a:t>
            </a:fld>
            <a:endParaRPr lang="en-KE"/>
          </a:p>
        </p:txBody>
      </p:sp>
    </p:spTree>
    <p:extLst>
      <p:ext uri="{BB962C8B-B14F-4D97-AF65-F5344CB8AC3E}">
        <p14:creationId xmlns:p14="http://schemas.microsoft.com/office/powerpoint/2010/main" val="19813472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3E9E2-A5E1-CBED-B8AC-4D7577560E5A}"/>
              </a:ext>
            </a:extLst>
          </p:cNvPr>
          <p:cNvSpPr>
            <a:spLocks noGrp="1"/>
          </p:cNvSpPr>
          <p:nvPr>
            <p:ph type="ctrTitle"/>
          </p:nvPr>
        </p:nvSpPr>
        <p:spPr>
          <a:xfrm>
            <a:off x="1524000" y="1122363"/>
            <a:ext cx="4392706" cy="2387600"/>
          </a:xfrm>
        </p:spPr>
        <p:txBody>
          <a:bodyPr>
            <a:normAutofit fontScale="90000"/>
          </a:bodyPr>
          <a:lstStyle/>
          <a:p>
            <a:r>
              <a:rPr lang="en-US" b="1" dirty="0"/>
              <a:t>Discussion Assignment Unit 6</a:t>
            </a:r>
            <a:endParaRPr lang="en-KE" b="1" dirty="0"/>
          </a:p>
        </p:txBody>
      </p:sp>
      <p:sp>
        <p:nvSpPr>
          <p:cNvPr id="3" name="Subtitle 2">
            <a:extLst>
              <a:ext uri="{FF2B5EF4-FFF2-40B4-BE49-F238E27FC236}">
                <a16:creationId xmlns:a16="http://schemas.microsoft.com/office/drawing/2014/main" id="{2700BFD9-74BC-AE20-D8A8-5ED0CA25CD1E}"/>
              </a:ext>
            </a:extLst>
          </p:cNvPr>
          <p:cNvSpPr>
            <a:spLocks noGrp="1"/>
          </p:cNvSpPr>
          <p:nvPr>
            <p:ph type="subTitle" idx="1"/>
          </p:nvPr>
        </p:nvSpPr>
        <p:spPr>
          <a:xfrm>
            <a:off x="1524000" y="3602038"/>
            <a:ext cx="3854824" cy="1655762"/>
          </a:xfrm>
        </p:spPr>
        <p:txBody>
          <a:bodyPr/>
          <a:lstStyle/>
          <a:p>
            <a:r>
              <a:rPr lang="en-US" dirty="0"/>
              <a:t>Kantian ethics </a:t>
            </a:r>
            <a:endParaRPr lang="en-KE" dirty="0"/>
          </a:p>
        </p:txBody>
      </p:sp>
      <p:pic>
        <p:nvPicPr>
          <p:cNvPr id="5" name="Picture 4">
            <a:extLst>
              <a:ext uri="{FF2B5EF4-FFF2-40B4-BE49-F238E27FC236}">
                <a16:creationId xmlns:a16="http://schemas.microsoft.com/office/drawing/2014/main" id="{8308F941-BA84-08AE-3F4C-8BF9BF05826A}"/>
              </a:ext>
            </a:extLst>
          </p:cNvPr>
          <p:cNvPicPr>
            <a:picLocks noChangeAspect="1"/>
          </p:cNvPicPr>
          <p:nvPr/>
        </p:nvPicPr>
        <p:blipFill>
          <a:blip r:embed="rId2"/>
          <a:stretch>
            <a:fillRect/>
          </a:stretch>
        </p:blipFill>
        <p:spPr>
          <a:xfrm>
            <a:off x="6109251" y="1122363"/>
            <a:ext cx="5468705" cy="4875025"/>
          </a:xfrm>
          <a:prstGeom prst="rect">
            <a:avLst/>
          </a:prstGeom>
        </p:spPr>
      </p:pic>
    </p:spTree>
    <p:extLst>
      <p:ext uri="{BB962C8B-B14F-4D97-AF65-F5344CB8AC3E}">
        <p14:creationId xmlns:p14="http://schemas.microsoft.com/office/powerpoint/2010/main" val="122652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EF8EC-6953-96AE-77FC-EA45124813C6}"/>
              </a:ext>
            </a:extLst>
          </p:cNvPr>
          <p:cNvSpPr>
            <a:spLocks noGrp="1"/>
          </p:cNvSpPr>
          <p:nvPr>
            <p:ph type="title"/>
          </p:nvPr>
        </p:nvSpPr>
        <p:spPr>
          <a:xfrm>
            <a:off x="838200" y="365125"/>
            <a:ext cx="10515600" cy="895639"/>
          </a:xfrm>
        </p:spPr>
        <p:txBody>
          <a:bodyPr/>
          <a:lstStyle/>
          <a:p>
            <a:r>
              <a:rPr lang="en-US" b="1" dirty="0"/>
              <a:t>Introduction </a:t>
            </a:r>
            <a:endParaRPr lang="en-KE" b="1" dirty="0"/>
          </a:p>
        </p:txBody>
      </p:sp>
      <p:sp>
        <p:nvSpPr>
          <p:cNvPr id="3" name="Content Placeholder 2">
            <a:extLst>
              <a:ext uri="{FF2B5EF4-FFF2-40B4-BE49-F238E27FC236}">
                <a16:creationId xmlns:a16="http://schemas.microsoft.com/office/drawing/2014/main" id="{E6F32210-1B6A-58A5-7A6A-E8CF49E5AB5F}"/>
              </a:ext>
            </a:extLst>
          </p:cNvPr>
          <p:cNvSpPr>
            <a:spLocks noGrp="1"/>
          </p:cNvSpPr>
          <p:nvPr>
            <p:ph idx="1"/>
          </p:nvPr>
        </p:nvSpPr>
        <p:spPr>
          <a:xfrm>
            <a:off x="838200" y="1260764"/>
            <a:ext cx="7155873" cy="4916199"/>
          </a:xfrm>
        </p:spPr>
        <p:txBody>
          <a:bodyPr>
            <a:normAutofit lnSpcReduction="10000"/>
          </a:bodyPr>
          <a:lstStyle/>
          <a:p>
            <a:r>
              <a:rPr lang="en-US" dirty="0"/>
              <a:t>My name is Godfrey Ouma, and I would like to present to you application of  Kantian ethics to evaluate “Falsifying information at work.” </a:t>
            </a:r>
          </a:p>
          <a:p>
            <a:r>
              <a:rPr lang="en-US" dirty="0"/>
              <a:t>Immanuel Kant's ethical theory, known as Kantian ethics, centers around the categorical imperative, a moral rule based on rationality. It emphasizes duties and obligations, focusing on the intentions behind actions and the inherent worth of rational beings.</a:t>
            </a:r>
          </a:p>
          <a:p>
            <a:r>
              <a:rPr lang="en-US" dirty="0"/>
              <a:t>Kant argues that moral principles must be universal and derived from reason, regardless of consequences (Matthews &amp; Hendricks, 2019). </a:t>
            </a:r>
            <a:endParaRPr lang="en-KE" dirty="0"/>
          </a:p>
        </p:txBody>
      </p:sp>
      <p:pic>
        <p:nvPicPr>
          <p:cNvPr id="5" name="Picture 4">
            <a:extLst>
              <a:ext uri="{FF2B5EF4-FFF2-40B4-BE49-F238E27FC236}">
                <a16:creationId xmlns:a16="http://schemas.microsoft.com/office/drawing/2014/main" id="{59E295E2-2FEE-5D41-42AF-66F8F6311B39}"/>
              </a:ext>
            </a:extLst>
          </p:cNvPr>
          <p:cNvPicPr>
            <a:picLocks noChangeAspect="1"/>
          </p:cNvPicPr>
          <p:nvPr/>
        </p:nvPicPr>
        <p:blipFill>
          <a:blip r:embed="rId2"/>
          <a:stretch>
            <a:fillRect/>
          </a:stretch>
        </p:blipFill>
        <p:spPr>
          <a:xfrm>
            <a:off x="7994073" y="1260765"/>
            <a:ext cx="3359727" cy="4407312"/>
          </a:xfrm>
          <a:prstGeom prst="rect">
            <a:avLst/>
          </a:prstGeom>
        </p:spPr>
      </p:pic>
      <p:sp>
        <p:nvSpPr>
          <p:cNvPr id="7" name="TextBox 6">
            <a:extLst>
              <a:ext uri="{FF2B5EF4-FFF2-40B4-BE49-F238E27FC236}">
                <a16:creationId xmlns:a16="http://schemas.microsoft.com/office/drawing/2014/main" id="{3849F3BD-0DB1-C043-E8DE-99FEB6618D6E}"/>
              </a:ext>
            </a:extLst>
          </p:cNvPr>
          <p:cNvSpPr txBox="1"/>
          <p:nvPr/>
        </p:nvSpPr>
        <p:spPr>
          <a:xfrm>
            <a:off x="8101445" y="5722465"/>
            <a:ext cx="3144982" cy="400110"/>
          </a:xfrm>
          <a:prstGeom prst="rect">
            <a:avLst/>
          </a:prstGeom>
          <a:noFill/>
        </p:spPr>
        <p:txBody>
          <a:bodyPr wrap="square">
            <a:spAutoFit/>
          </a:bodyPr>
          <a:lstStyle/>
          <a:p>
            <a:r>
              <a:rPr lang="en-US" sz="2000" b="1" i="1" dirty="0"/>
              <a:t>Immanuel Kant (1724-1804)</a:t>
            </a:r>
            <a:endParaRPr lang="en-KE" sz="2000" b="1" i="1" dirty="0"/>
          </a:p>
        </p:txBody>
      </p:sp>
    </p:spTree>
    <p:extLst>
      <p:ext uri="{BB962C8B-B14F-4D97-AF65-F5344CB8AC3E}">
        <p14:creationId xmlns:p14="http://schemas.microsoft.com/office/powerpoint/2010/main" val="2512635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A528-AB6B-3168-1003-0C223E98B8B8}"/>
              </a:ext>
            </a:extLst>
          </p:cNvPr>
          <p:cNvSpPr>
            <a:spLocks noGrp="1"/>
          </p:cNvSpPr>
          <p:nvPr>
            <p:ph type="title"/>
          </p:nvPr>
        </p:nvSpPr>
        <p:spPr>
          <a:xfrm>
            <a:off x="838200" y="365126"/>
            <a:ext cx="10515600" cy="826366"/>
          </a:xfrm>
        </p:spPr>
        <p:txBody>
          <a:bodyPr/>
          <a:lstStyle/>
          <a:p>
            <a:r>
              <a:rPr lang="en-US" b="1" dirty="0"/>
              <a:t>Kant's categorical imperative</a:t>
            </a:r>
            <a:endParaRPr lang="en-KE" b="1" dirty="0"/>
          </a:p>
        </p:txBody>
      </p:sp>
      <p:graphicFrame>
        <p:nvGraphicFramePr>
          <p:cNvPr id="4" name="Content Placeholder 3">
            <a:extLst>
              <a:ext uri="{FF2B5EF4-FFF2-40B4-BE49-F238E27FC236}">
                <a16:creationId xmlns:a16="http://schemas.microsoft.com/office/drawing/2014/main" id="{A21DAF2A-EE46-555C-C761-BA6C6342F609}"/>
              </a:ext>
            </a:extLst>
          </p:cNvPr>
          <p:cNvGraphicFramePr>
            <a:graphicFrameLocks noGrp="1"/>
          </p:cNvGraphicFramePr>
          <p:nvPr>
            <p:ph idx="1"/>
            <p:extLst>
              <p:ext uri="{D42A27DB-BD31-4B8C-83A1-F6EECF244321}">
                <p14:modId xmlns:p14="http://schemas.microsoft.com/office/powerpoint/2010/main" val="2822524588"/>
              </p:ext>
            </p:extLst>
          </p:nvPr>
        </p:nvGraphicFramePr>
        <p:xfrm>
          <a:off x="838200" y="1191492"/>
          <a:ext cx="10647218" cy="55002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8306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347A3-2F41-933B-9276-36016B9EF48F}"/>
              </a:ext>
            </a:extLst>
          </p:cNvPr>
          <p:cNvSpPr>
            <a:spLocks noGrp="1"/>
          </p:cNvSpPr>
          <p:nvPr>
            <p:ph type="title"/>
          </p:nvPr>
        </p:nvSpPr>
        <p:spPr>
          <a:xfrm>
            <a:off x="838200" y="365125"/>
            <a:ext cx="10515600" cy="972603"/>
          </a:xfrm>
        </p:spPr>
        <p:txBody>
          <a:bodyPr/>
          <a:lstStyle/>
          <a:p>
            <a:r>
              <a:rPr lang="en-US" b="1" dirty="0"/>
              <a:t>Falsifying information at work</a:t>
            </a:r>
            <a:endParaRPr lang="en-KE" b="1" dirty="0"/>
          </a:p>
        </p:txBody>
      </p:sp>
      <p:sp>
        <p:nvSpPr>
          <p:cNvPr id="3" name="Content Placeholder 2">
            <a:extLst>
              <a:ext uri="{FF2B5EF4-FFF2-40B4-BE49-F238E27FC236}">
                <a16:creationId xmlns:a16="http://schemas.microsoft.com/office/drawing/2014/main" id="{0E6142CF-2C5B-7D6C-DE43-6B8EE5C25211}"/>
              </a:ext>
            </a:extLst>
          </p:cNvPr>
          <p:cNvSpPr>
            <a:spLocks noGrp="1"/>
          </p:cNvSpPr>
          <p:nvPr>
            <p:ph idx="1"/>
          </p:nvPr>
        </p:nvSpPr>
        <p:spPr>
          <a:xfrm>
            <a:off x="838200" y="1337728"/>
            <a:ext cx="5561909" cy="4839235"/>
          </a:xfrm>
        </p:spPr>
        <p:txBody>
          <a:bodyPr>
            <a:normAutofit lnSpcReduction="10000"/>
          </a:bodyPr>
          <a:lstStyle/>
          <a:p>
            <a:r>
              <a:rPr lang="en-US" dirty="0"/>
              <a:t>My scenario for this assignment is falsifying information at work. Cambridge Dictionary (2024) defines falsification as “The action of changing something, such as a document, in order to deceive people.” </a:t>
            </a:r>
          </a:p>
          <a:p>
            <a:r>
              <a:rPr lang="en-US" dirty="0"/>
              <a:t>Falsification is not a new term at workplaces during recruitment as Mancini (2024) reports that over 50% of job seekers lying on resumes to convince employers to hire them. </a:t>
            </a:r>
            <a:endParaRPr lang="en-KE" dirty="0"/>
          </a:p>
        </p:txBody>
      </p:sp>
      <p:pic>
        <p:nvPicPr>
          <p:cNvPr id="5" name="Picture 4">
            <a:extLst>
              <a:ext uri="{FF2B5EF4-FFF2-40B4-BE49-F238E27FC236}">
                <a16:creationId xmlns:a16="http://schemas.microsoft.com/office/drawing/2014/main" id="{17632226-8379-885B-DD71-57D6A527A0E5}"/>
              </a:ext>
            </a:extLst>
          </p:cNvPr>
          <p:cNvPicPr>
            <a:picLocks noChangeAspect="1"/>
          </p:cNvPicPr>
          <p:nvPr/>
        </p:nvPicPr>
        <p:blipFill>
          <a:blip r:embed="rId2"/>
          <a:stretch>
            <a:fillRect/>
          </a:stretch>
        </p:blipFill>
        <p:spPr>
          <a:xfrm>
            <a:off x="6400109" y="1337727"/>
            <a:ext cx="4953691" cy="4839235"/>
          </a:xfrm>
          <a:prstGeom prst="rect">
            <a:avLst/>
          </a:prstGeom>
        </p:spPr>
      </p:pic>
    </p:spTree>
    <p:extLst>
      <p:ext uri="{BB962C8B-B14F-4D97-AF65-F5344CB8AC3E}">
        <p14:creationId xmlns:p14="http://schemas.microsoft.com/office/powerpoint/2010/main" val="1362790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CFC17-5587-94A2-D368-08CDCE9C0193}"/>
              </a:ext>
            </a:extLst>
          </p:cNvPr>
          <p:cNvSpPr>
            <a:spLocks noGrp="1"/>
          </p:cNvSpPr>
          <p:nvPr>
            <p:ph type="title"/>
          </p:nvPr>
        </p:nvSpPr>
        <p:spPr>
          <a:xfrm>
            <a:off x="838200" y="365125"/>
            <a:ext cx="10515600" cy="812511"/>
          </a:xfrm>
        </p:spPr>
        <p:txBody>
          <a:bodyPr/>
          <a:lstStyle/>
          <a:p>
            <a:r>
              <a:rPr lang="en-US" b="1" dirty="0"/>
              <a:t>Reason for falsifying information at work</a:t>
            </a:r>
            <a:endParaRPr lang="en-KE" b="1" dirty="0"/>
          </a:p>
        </p:txBody>
      </p:sp>
      <p:sp>
        <p:nvSpPr>
          <p:cNvPr id="3" name="Content Placeholder 2">
            <a:extLst>
              <a:ext uri="{FF2B5EF4-FFF2-40B4-BE49-F238E27FC236}">
                <a16:creationId xmlns:a16="http://schemas.microsoft.com/office/drawing/2014/main" id="{64AAE6F7-77C3-9CAC-EBD0-2B869EFD87E4}"/>
              </a:ext>
            </a:extLst>
          </p:cNvPr>
          <p:cNvSpPr>
            <a:spLocks noGrp="1"/>
          </p:cNvSpPr>
          <p:nvPr>
            <p:ph idx="1"/>
          </p:nvPr>
        </p:nvSpPr>
        <p:spPr>
          <a:xfrm>
            <a:off x="838200" y="1177636"/>
            <a:ext cx="6095383" cy="4999327"/>
          </a:xfrm>
        </p:spPr>
        <p:txBody>
          <a:bodyPr>
            <a:normAutofit fontScale="92500" lnSpcReduction="20000"/>
          </a:bodyPr>
          <a:lstStyle/>
          <a:p>
            <a:r>
              <a:rPr lang="en-US" dirty="0"/>
              <a:t>To justify the rational for falsifying information at work, 56% of respondents surveyed by StandOut CV revealed that the rising cost of living prompt them to lie on a resume when applying for a job (Fennell, 2024).  </a:t>
            </a:r>
          </a:p>
          <a:p>
            <a:r>
              <a:rPr lang="en-US" dirty="0"/>
              <a:t>Mancini (2024) further reports that 32.8% of job applicants lie about their salary at previous jobs, which is the most common thing people lie about. </a:t>
            </a:r>
          </a:p>
          <a:p>
            <a:r>
              <a:rPr lang="en-US" dirty="0"/>
              <a:t>This presentation evaluates falsifying information at work by lying about salaries at previous jobs due to high cost of living in the light of each of the three formulations of Kant's categorical imperative.</a:t>
            </a:r>
            <a:endParaRPr lang="en-KE" dirty="0"/>
          </a:p>
        </p:txBody>
      </p:sp>
      <p:pic>
        <p:nvPicPr>
          <p:cNvPr id="5" name="Picture 4">
            <a:extLst>
              <a:ext uri="{FF2B5EF4-FFF2-40B4-BE49-F238E27FC236}">
                <a16:creationId xmlns:a16="http://schemas.microsoft.com/office/drawing/2014/main" id="{53068E2F-0EB7-4DED-4E96-B23DAFEA0827}"/>
              </a:ext>
            </a:extLst>
          </p:cNvPr>
          <p:cNvPicPr>
            <a:picLocks noChangeAspect="1"/>
          </p:cNvPicPr>
          <p:nvPr/>
        </p:nvPicPr>
        <p:blipFill>
          <a:blip r:embed="rId2"/>
          <a:stretch>
            <a:fillRect/>
          </a:stretch>
        </p:blipFill>
        <p:spPr>
          <a:xfrm>
            <a:off x="6933583" y="1177636"/>
            <a:ext cx="4420217" cy="4829849"/>
          </a:xfrm>
          <a:prstGeom prst="rect">
            <a:avLst/>
          </a:prstGeom>
        </p:spPr>
      </p:pic>
    </p:spTree>
    <p:extLst>
      <p:ext uri="{BB962C8B-B14F-4D97-AF65-F5344CB8AC3E}">
        <p14:creationId xmlns:p14="http://schemas.microsoft.com/office/powerpoint/2010/main" val="1494512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FC1E4-51B1-4392-36E3-23ECC499E0CD}"/>
              </a:ext>
            </a:extLst>
          </p:cNvPr>
          <p:cNvSpPr>
            <a:spLocks noGrp="1"/>
          </p:cNvSpPr>
          <p:nvPr>
            <p:ph type="title"/>
          </p:nvPr>
        </p:nvSpPr>
        <p:spPr/>
        <p:txBody>
          <a:bodyPr/>
          <a:lstStyle/>
          <a:p>
            <a:r>
              <a:rPr lang="en-US" b="1" dirty="0"/>
              <a:t>Analysis using first formulation of Kant's categorical imperative</a:t>
            </a:r>
            <a:endParaRPr lang="en-KE" b="1" dirty="0"/>
          </a:p>
        </p:txBody>
      </p:sp>
      <p:sp>
        <p:nvSpPr>
          <p:cNvPr id="3" name="Content Placeholder 2">
            <a:extLst>
              <a:ext uri="{FF2B5EF4-FFF2-40B4-BE49-F238E27FC236}">
                <a16:creationId xmlns:a16="http://schemas.microsoft.com/office/drawing/2014/main" id="{C9DB4BCE-A9FB-9451-6848-559B6706930F}"/>
              </a:ext>
            </a:extLst>
          </p:cNvPr>
          <p:cNvSpPr>
            <a:spLocks noGrp="1"/>
          </p:cNvSpPr>
          <p:nvPr>
            <p:ph idx="1"/>
          </p:nvPr>
        </p:nvSpPr>
        <p:spPr/>
        <p:txBody>
          <a:bodyPr/>
          <a:lstStyle/>
          <a:p>
            <a:r>
              <a:rPr lang="en-US" dirty="0"/>
              <a:t>Evaluating the scenario in the light of the first formulation of Kant's categorical imperative would conclude that this action contradicts the principle of universalization. </a:t>
            </a:r>
          </a:p>
          <a:p>
            <a:r>
              <a:rPr lang="en-US" dirty="0"/>
              <a:t>According to this principle, one should act only on maxims that can be accepted as a universal law (Matthews &amp; Hendricks, 2019). If everyone were to falsify information to secure jobs, the practice would lead to chaos, rendering job qualifications meaningless. </a:t>
            </a:r>
          </a:p>
          <a:p>
            <a:r>
              <a:rPr lang="en-US" dirty="0"/>
              <a:t>As a result, Kant's categorical imperative would consider falsifying information at work by lying about salaries due to high cost of living as wrong because it fails the test of universality.</a:t>
            </a:r>
            <a:endParaRPr lang="en-KE" dirty="0"/>
          </a:p>
        </p:txBody>
      </p:sp>
    </p:spTree>
    <p:extLst>
      <p:ext uri="{BB962C8B-B14F-4D97-AF65-F5344CB8AC3E}">
        <p14:creationId xmlns:p14="http://schemas.microsoft.com/office/powerpoint/2010/main" val="1539626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7AC3B-EEEF-5BB9-D839-59741C03D9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6FD6AD-6607-3237-89AF-B83D7D07E437}"/>
              </a:ext>
            </a:extLst>
          </p:cNvPr>
          <p:cNvSpPr>
            <a:spLocks noGrp="1"/>
          </p:cNvSpPr>
          <p:nvPr>
            <p:ph type="title"/>
          </p:nvPr>
        </p:nvSpPr>
        <p:spPr/>
        <p:txBody>
          <a:bodyPr/>
          <a:lstStyle/>
          <a:p>
            <a:r>
              <a:rPr lang="en-US" b="1" dirty="0"/>
              <a:t>Analysis using second formulation of Kant's categorical imperative</a:t>
            </a:r>
            <a:endParaRPr lang="en-KE" b="1" dirty="0"/>
          </a:p>
        </p:txBody>
      </p:sp>
      <p:sp>
        <p:nvSpPr>
          <p:cNvPr id="3" name="Content Placeholder 2">
            <a:extLst>
              <a:ext uri="{FF2B5EF4-FFF2-40B4-BE49-F238E27FC236}">
                <a16:creationId xmlns:a16="http://schemas.microsoft.com/office/drawing/2014/main" id="{6CC58C81-5C8C-4340-C6AE-8C051D1BA72A}"/>
              </a:ext>
            </a:extLst>
          </p:cNvPr>
          <p:cNvSpPr>
            <a:spLocks noGrp="1"/>
          </p:cNvSpPr>
          <p:nvPr>
            <p:ph idx="1"/>
          </p:nvPr>
        </p:nvSpPr>
        <p:spPr/>
        <p:txBody>
          <a:bodyPr>
            <a:normAutofit lnSpcReduction="10000"/>
          </a:bodyPr>
          <a:lstStyle/>
          <a:p>
            <a:r>
              <a:rPr lang="en-US" dirty="0"/>
              <a:t>Similarly, the scenario can also be evaluated in the light of Kant's second formulation of the categorical imperative. According to Kant's philosophy, treating humans as an end, not merely a means, is crucial (Matthews &amp; Hendricks, 2019). </a:t>
            </a:r>
          </a:p>
          <a:p>
            <a:r>
              <a:rPr lang="en-US" dirty="0"/>
              <a:t>By falsifying information at work by lying about salaries due to high cost of living, individuals might be using the employer as a means to an end—meeting their family's basic needs—without fully respecting the humanity of the employer. </a:t>
            </a:r>
          </a:p>
          <a:p>
            <a:r>
              <a:rPr lang="en-US" dirty="0"/>
              <a:t>This could be viewed as a violation of the dignity of the employer as a rational being. From Kant's perspective, such actions would be considered morally wrong.</a:t>
            </a:r>
            <a:endParaRPr lang="en-KE" dirty="0"/>
          </a:p>
        </p:txBody>
      </p:sp>
    </p:spTree>
    <p:extLst>
      <p:ext uri="{BB962C8B-B14F-4D97-AF65-F5344CB8AC3E}">
        <p14:creationId xmlns:p14="http://schemas.microsoft.com/office/powerpoint/2010/main" val="3650637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65FA5-8C2E-E888-3083-FD6EEEA803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80928C-D025-EBE6-479B-4AFBCF1288D5}"/>
              </a:ext>
            </a:extLst>
          </p:cNvPr>
          <p:cNvSpPr>
            <a:spLocks noGrp="1"/>
          </p:cNvSpPr>
          <p:nvPr>
            <p:ph type="title"/>
          </p:nvPr>
        </p:nvSpPr>
        <p:spPr/>
        <p:txBody>
          <a:bodyPr/>
          <a:lstStyle/>
          <a:p>
            <a:r>
              <a:rPr lang="en-US" b="1" dirty="0"/>
              <a:t>Analysis using third formulation of Kant's categorical imperative</a:t>
            </a:r>
            <a:endParaRPr lang="en-KE" b="1" dirty="0"/>
          </a:p>
        </p:txBody>
      </p:sp>
      <p:sp>
        <p:nvSpPr>
          <p:cNvPr id="3" name="Content Placeholder 2">
            <a:extLst>
              <a:ext uri="{FF2B5EF4-FFF2-40B4-BE49-F238E27FC236}">
                <a16:creationId xmlns:a16="http://schemas.microsoft.com/office/drawing/2014/main" id="{FDC03D5C-1EC5-07A8-BBE5-C2B7BD553DD8}"/>
              </a:ext>
            </a:extLst>
          </p:cNvPr>
          <p:cNvSpPr>
            <a:spLocks noGrp="1"/>
          </p:cNvSpPr>
          <p:nvPr>
            <p:ph idx="1"/>
          </p:nvPr>
        </p:nvSpPr>
        <p:spPr/>
        <p:txBody>
          <a:bodyPr>
            <a:normAutofit fontScale="92500"/>
          </a:bodyPr>
          <a:lstStyle/>
          <a:p>
            <a:r>
              <a:rPr lang="en-US" dirty="0"/>
              <a:t>Finally, the scenario can also be viewed through the lens of the third formulation of Kant's categorical imperative, which refers to a "systematic union of various rational beings through common laws." Kant emphasizes that this systematic union highlights the necessity of moral autonomy and equal standing among rational beings (Matthews &amp; Hendricks, 2019). </a:t>
            </a:r>
          </a:p>
          <a:p>
            <a:r>
              <a:rPr lang="en-US" dirty="0"/>
              <a:t>Thus, such an action could be viewed as not aligning with Kant's third formulation, as it involves dishonesty and deception, which can undermine the trust and rational harmony essential in a kingdom of ends. </a:t>
            </a:r>
          </a:p>
          <a:p>
            <a:r>
              <a:rPr lang="en-US" dirty="0"/>
              <a:t>Therefore, Kantian ethics would disapprove of falsifying work information, despite the noble intention to meet family needs.</a:t>
            </a:r>
            <a:endParaRPr lang="en-KE" dirty="0"/>
          </a:p>
        </p:txBody>
      </p:sp>
    </p:spTree>
    <p:extLst>
      <p:ext uri="{BB962C8B-B14F-4D97-AF65-F5344CB8AC3E}">
        <p14:creationId xmlns:p14="http://schemas.microsoft.com/office/powerpoint/2010/main" val="1787981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175E1-9A5A-C9D6-7153-D1AE6BA15066}"/>
              </a:ext>
            </a:extLst>
          </p:cNvPr>
          <p:cNvSpPr>
            <a:spLocks noGrp="1"/>
          </p:cNvSpPr>
          <p:nvPr>
            <p:ph type="title"/>
          </p:nvPr>
        </p:nvSpPr>
        <p:spPr>
          <a:xfrm>
            <a:off x="838200" y="365125"/>
            <a:ext cx="10515600" cy="895639"/>
          </a:xfrm>
        </p:spPr>
        <p:txBody>
          <a:bodyPr/>
          <a:lstStyle/>
          <a:p>
            <a:r>
              <a:rPr lang="en-US" b="1" dirty="0"/>
              <a:t>Conclusion </a:t>
            </a:r>
            <a:endParaRPr lang="en-KE" b="1" dirty="0"/>
          </a:p>
        </p:txBody>
      </p:sp>
      <p:sp>
        <p:nvSpPr>
          <p:cNvPr id="3" name="Content Placeholder 2">
            <a:extLst>
              <a:ext uri="{FF2B5EF4-FFF2-40B4-BE49-F238E27FC236}">
                <a16:creationId xmlns:a16="http://schemas.microsoft.com/office/drawing/2014/main" id="{8D4EADAE-04E7-9849-768E-D13F30CDBCFC}"/>
              </a:ext>
            </a:extLst>
          </p:cNvPr>
          <p:cNvSpPr>
            <a:spLocks noGrp="1"/>
          </p:cNvSpPr>
          <p:nvPr>
            <p:ph idx="1"/>
          </p:nvPr>
        </p:nvSpPr>
        <p:spPr>
          <a:xfrm>
            <a:off x="838200" y="1260764"/>
            <a:ext cx="10515600" cy="4916199"/>
          </a:xfrm>
        </p:spPr>
        <p:txBody>
          <a:bodyPr>
            <a:normAutofit/>
          </a:bodyPr>
          <a:lstStyle/>
          <a:p>
            <a:r>
              <a:rPr lang="en-US" dirty="0"/>
              <a:t>Falsifying work information by lying about previous salaries due to high cost of living contradicts Kant's categorical imperative, making it morally wrong.</a:t>
            </a:r>
          </a:p>
          <a:p>
            <a:r>
              <a:rPr lang="en-US" dirty="0"/>
              <a:t>Over 50% of job seekers lie on resumes to secure employment, and the most common falsification is about previous salaries.</a:t>
            </a:r>
          </a:p>
          <a:p>
            <a:r>
              <a:rPr lang="en-US" dirty="0"/>
              <a:t>Falsification at work undermines trust and rational harmony, thus violating Kant's emphasis on moral autonomy and equal standing among rational beings.</a:t>
            </a:r>
          </a:p>
          <a:p>
            <a:r>
              <a:rPr lang="en-US" dirty="0"/>
              <a:t>In conclusion, Kantian ethics disapproves of falsifying work information, despite the noble intention to meet family needs.</a:t>
            </a:r>
            <a:endParaRPr lang="en-KE" dirty="0"/>
          </a:p>
        </p:txBody>
      </p:sp>
    </p:spTree>
    <p:extLst>
      <p:ext uri="{BB962C8B-B14F-4D97-AF65-F5344CB8AC3E}">
        <p14:creationId xmlns:p14="http://schemas.microsoft.com/office/powerpoint/2010/main" val="1334551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Thankyou GIFs - Find &amp; Share on GIPHY">
            <a:extLst>
              <a:ext uri="{FF2B5EF4-FFF2-40B4-BE49-F238E27FC236}">
                <a16:creationId xmlns:a16="http://schemas.microsoft.com/office/drawing/2014/main" id="{9613906C-6D69-9B07-AD85-307EA8B02B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0207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4811A-E46E-9F17-A882-87858B746C31}"/>
              </a:ext>
            </a:extLst>
          </p:cNvPr>
          <p:cNvSpPr>
            <a:spLocks noGrp="1"/>
          </p:cNvSpPr>
          <p:nvPr>
            <p:ph type="title"/>
          </p:nvPr>
        </p:nvSpPr>
        <p:spPr>
          <a:xfrm>
            <a:off x="838200" y="365126"/>
            <a:ext cx="10515600" cy="937202"/>
          </a:xfrm>
        </p:spPr>
        <p:txBody>
          <a:bodyPr/>
          <a:lstStyle/>
          <a:p>
            <a:pPr algn="ctr"/>
            <a:r>
              <a:rPr lang="en-US" b="1" dirty="0"/>
              <a:t>References </a:t>
            </a:r>
            <a:endParaRPr lang="en-KE" b="1" dirty="0"/>
          </a:p>
        </p:txBody>
      </p:sp>
      <p:sp>
        <p:nvSpPr>
          <p:cNvPr id="3" name="Content Placeholder 2">
            <a:extLst>
              <a:ext uri="{FF2B5EF4-FFF2-40B4-BE49-F238E27FC236}">
                <a16:creationId xmlns:a16="http://schemas.microsoft.com/office/drawing/2014/main" id="{C24B4742-BE1D-2770-485A-E765863F02EF}"/>
              </a:ext>
            </a:extLst>
          </p:cNvPr>
          <p:cNvSpPr>
            <a:spLocks noGrp="1"/>
          </p:cNvSpPr>
          <p:nvPr>
            <p:ph idx="1"/>
          </p:nvPr>
        </p:nvSpPr>
        <p:spPr>
          <a:xfrm>
            <a:off x="838200" y="1302326"/>
            <a:ext cx="10515600" cy="5190547"/>
          </a:xfrm>
        </p:spPr>
        <p:txBody>
          <a:bodyPr>
            <a:normAutofit fontScale="92500" lnSpcReduction="20000"/>
          </a:bodyPr>
          <a:lstStyle/>
          <a:p>
            <a:r>
              <a:rPr lang="en-US" dirty="0"/>
              <a:t>Cambridge Dictionary. (2024). </a:t>
            </a:r>
            <a:r>
              <a:rPr lang="en-US" i="1" dirty="0"/>
              <a:t>Falsification. </a:t>
            </a:r>
            <a:r>
              <a:rPr lang="en-US" dirty="0"/>
              <a:t>Cambridge Dictionary | English Dictionary, Translations &amp; Thesaurus. https://dictionary.cambridge.org/dictionary/english/falsification</a:t>
            </a:r>
          </a:p>
          <a:p>
            <a:r>
              <a:rPr lang="en-US" dirty="0"/>
              <a:t>Fennell A. (2024, December 19). </a:t>
            </a:r>
            <a:r>
              <a:rPr lang="en-US" i="1" dirty="0"/>
              <a:t>Study: Fake job references and resume lies. </a:t>
            </a:r>
            <a:r>
              <a:rPr lang="en-US" dirty="0"/>
              <a:t>StandOut CV | Create a winning CV in minutes with our simple CV builder. https://standout-cv.com/usa/stats-usa/study-fake-job-references-resume-lies</a:t>
            </a:r>
          </a:p>
          <a:p>
            <a:r>
              <a:rPr lang="en-US" dirty="0"/>
              <a:t>Mancini, M. (2024, February 20). </a:t>
            </a:r>
            <a:r>
              <a:rPr lang="en-US" i="1" dirty="0"/>
              <a:t>Over half of employees report lying on resumes. </a:t>
            </a:r>
            <a:r>
              <a:rPr lang="en-US" dirty="0"/>
              <a:t>HRO Today. https://www.hrotoday.com/news/over-half-of-employees-report-lying-on-resumes/#:~:text=The%20most%20common%20thing%20people,and%20employer%20references%20(25.4%25)</a:t>
            </a:r>
          </a:p>
          <a:p>
            <a:r>
              <a:rPr lang="en-US" dirty="0"/>
              <a:t>Matthews, G., &amp; Hendricks, C. (2019). </a:t>
            </a:r>
            <a:r>
              <a:rPr lang="en-US" i="1" dirty="0"/>
              <a:t>Introduction to philosophy: Ethics</a:t>
            </a:r>
            <a:r>
              <a:rPr lang="en-US" dirty="0"/>
              <a:t>. Rebus Community. https://open.umn.edu/opentextbooks/textbooks/introduction-to-philosophy-ethics Licensed under CC 4.0 </a:t>
            </a:r>
          </a:p>
        </p:txBody>
      </p:sp>
    </p:spTree>
    <p:extLst>
      <p:ext uri="{BB962C8B-B14F-4D97-AF65-F5344CB8AC3E}">
        <p14:creationId xmlns:p14="http://schemas.microsoft.com/office/powerpoint/2010/main" val="11458542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1224</TotalTime>
  <Words>974</Words>
  <Application>Microsoft Office PowerPoint</Application>
  <PresentationFormat>Widescreen</PresentationFormat>
  <Paragraphs>40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Discussion Assignment Unit 6</vt:lpstr>
      <vt:lpstr>Introduction </vt:lpstr>
      <vt:lpstr>Kant's categorical imperative</vt:lpstr>
      <vt:lpstr>Falsifying information at work</vt:lpstr>
      <vt:lpstr>Reason for falsifying information at work</vt:lpstr>
      <vt:lpstr>Analysis using first formulation of Kant's categorical imperative</vt:lpstr>
      <vt:lpstr>Analysis using second formulation of Kant's categorical imperative</vt:lpstr>
      <vt:lpstr>Analysis using third formulation of Kant's categorical imperative</vt:lpstr>
      <vt:lpstr>Conclusion </vt:lpstr>
      <vt:lpstr>PowerPoint Presentation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Discussion Assignment Unit 6</dc:title>
  <dc:creator>Godfrey Ouma</dc:creator>
  <cp:lastModifiedBy>Godfrey Ouma</cp:lastModifiedBy>
  <cp:revision>1</cp:revision>
  <dcterms:created xsi:type="dcterms:W3CDTF">2024-12-23T14:14:18Z</dcterms:created>
  <dcterms:modified xsi:type="dcterms:W3CDTF">2024-12-25T02:39:44Z</dcterms:modified>
</cp:coreProperties>
</file>